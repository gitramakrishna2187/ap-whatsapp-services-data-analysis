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68" r:id="rId2"/>
    <p:sldId id="269" r:id="rId3"/>
    <p:sldId id="270" r:id="rId4"/>
    <p:sldId id="272" r:id="rId5"/>
    <p:sldId id="256" r:id="rId6"/>
    <p:sldId id="265" r:id="rId7"/>
    <p:sldId id="266" r:id="rId8"/>
    <p:sldId id="271" r:id="rId9"/>
    <p:sldId id="257" r:id="rId10"/>
    <p:sldId id="273" r:id="rId11"/>
    <p:sldId id="274" r:id="rId12"/>
    <p:sldId id="261" r:id="rId13"/>
    <p:sldId id="263" r:id="rId14"/>
    <p:sldId id="264" r:id="rId15"/>
    <p:sldId id="275" r:id="rId16"/>
    <p:sldId id="267"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944BB0BC-9B21-47D5-BC48-13CB2212F2F8}">
          <p14:sldIdLst>
            <p14:sldId id="268"/>
            <p14:sldId id="269"/>
            <p14:sldId id="270"/>
            <p14:sldId id="272"/>
            <p14:sldId id="256"/>
            <p14:sldId id="265"/>
            <p14:sldId id="266"/>
            <p14:sldId id="271"/>
            <p14:sldId id="257"/>
            <p14:sldId id="273"/>
            <p14:sldId id="274"/>
            <p14:sldId id="261"/>
            <p14:sldId id="263"/>
            <p14:sldId id="264"/>
            <p14:sldId id="275"/>
            <p14:sldId id="267"/>
            <p14:sldId id="27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85967" autoAdjust="0"/>
  </p:normalViewPr>
  <p:slideViewPr>
    <p:cSldViewPr snapToGrid="0">
      <p:cViewPr varScale="1">
        <p:scale>
          <a:sx n="73" d="100"/>
          <a:sy n="73" d="100"/>
        </p:scale>
        <p:origin x="1042" y="6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154"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092E0E-9443-44B8-8E95-A807C7C8AC57}"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847B3F21-E568-4EBB-8642-532AC75C9D1C}">
      <dgm:prSet phldrT="[Text]"/>
      <dgm:spPr/>
      <dgm:t>
        <a:bodyPr/>
        <a:lstStyle/>
        <a:p>
          <a:r>
            <a:rPr lang="en-US" dirty="0"/>
            <a:t>Total Service Requests</a:t>
          </a:r>
        </a:p>
      </dgm:t>
    </dgm:pt>
    <dgm:pt modelId="{E245C8B7-6D9A-4EAC-9919-5998A3A6D6B8}" type="parTrans" cxnId="{B985D7DC-94F0-4DEE-A39D-5D02AF0DEC41}">
      <dgm:prSet/>
      <dgm:spPr/>
      <dgm:t>
        <a:bodyPr/>
        <a:lstStyle/>
        <a:p>
          <a:endParaRPr lang="en-US"/>
        </a:p>
      </dgm:t>
    </dgm:pt>
    <dgm:pt modelId="{D6359295-51B1-4227-A4D5-AD0F1A51374E}" type="sibTrans" cxnId="{B985D7DC-94F0-4DEE-A39D-5D02AF0DEC41}">
      <dgm:prSet/>
      <dgm:spPr/>
      <dgm:t>
        <a:bodyPr/>
        <a:lstStyle/>
        <a:p>
          <a:endParaRPr lang="en-US"/>
        </a:p>
      </dgm:t>
    </dgm:pt>
    <dgm:pt modelId="{2C142AFD-09B0-444A-BD0E-D056E1AE70FE}">
      <dgm:prSet phldrT="[Text]"/>
      <dgm:spPr/>
      <dgm:t>
        <a:bodyPr/>
        <a:lstStyle/>
        <a:p>
          <a:r>
            <a:rPr lang="en-US" dirty="0"/>
            <a:t>Total Revenue Generation from Service</a:t>
          </a:r>
        </a:p>
      </dgm:t>
    </dgm:pt>
    <dgm:pt modelId="{386A4111-B2D0-4AE8-8B01-40160DC7F1D9}" type="parTrans" cxnId="{37FF4F40-3A9F-4F0B-85F5-264F727A53B7}">
      <dgm:prSet/>
      <dgm:spPr/>
      <dgm:t>
        <a:bodyPr/>
        <a:lstStyle/>
        <a:p>
          <a:endParaRPr lang="en-US"/>
        </a:p>
      </dgm:t>
    </dgm:pt>
    <dgm:pt modelId="{BD26735B-14C7-46CF-A089-CB5D5B10CBAF}" type="sibTrans" cxnId="{37FF4F40-3A9F-4F0B-85F5-264F727A53B7}">
      <dgm:prSet/>
      <dgm:spPr/>
      <dgm:t>
        <a:bodyPr/>
        <a:lstStyle/>
        <a:p>
          <a:endParaRPr lang="en-US"/>
        </a:p>
      </dgm:t>
    </dgm:pt>
    <dgm:pt modelId="{7B7767DE-95E0-42ED-B90F-6BB190CF9951}">
      <dgm:prSet phldrT="[Text]"/>
      <dgm:spPr/>
      <dgm:t>
        <a:bodyPr/>
        <a:lstStyle/>
        <a:p>
          <a:r>
            <a:rPr lang="en-US" dirty="0"/>
            <a:t>Top 10 </a:t>
          </a:r>
          <a:r>
            <a:rPr lang="en-US" dirty="0" err="1"/>
            <a:t>Departments_Service</a:t>
          </a:r>
          <a:r>
            <a:rPr lang="en-US" dirty="0"/>
            <a:t>/Revenue based</a:t>
          </a:r>
        </a:p>
      </dgm:t>
    </dgm:pt>
    <dgm:pt modelId="{8FADF837-7601-424A-AE60-A195EC9DDC94}" type="parTrans" cxnId="{481C362B-E1E8-4AD4-A42F-960FF0533E44}">
      <dgm:prSet/>
      <dgm:spPr/>
      <dgm:t>
        <a:bodyPr/>
        <a:lstStyle/>
        <a:p>
          <a:endParaRPr lang="en-US"/>
        </a:p>
      </dgm:t>
    </dgm:pt>
    <dgm:pt modelId="{F74997B8-7DFF-48D2-9CC5-A9F8B4B1E33D}" type="sibTrans" cxnId="{481C362B-E1E8-4AD4-A42F-960FF0533E44}">
      <dgm:prSet/>
      <dgm:spPr/>
      <dgm:t>
        <a:bodyPr/>
        <a:lstStyle/>
        <a:p>
          <a:endParaRPr lang="en-US"/>
        </a:p>
      </dgm:t>
    </dgm:pt>
    <dgm:pt modelId="{6A243548-CB40-4387-A6A0-6652A6CE8C35}">
      <dgm:prSet phldrT="[Text]"/>
      <dgm:spPr/>
      <dgm:t>
        <a:bodyPr/>
        <a:lstStyle/>
        <a:p>
          <a:r>
            <a:rPr lang="en-US" dirty="0" err="1"/>
            <a:t>Whatsapp</a:t>
          </a:r>
          <a:r>
            <a:rPr lang="en-US" dirty="0"/>
            <a:t> –Roll out of Services</a:t>
          </a:r>
        </a:p>
      </dgm:t>
    </dgm:pt>
    <dgm:pt modelId="{45168CA9-7C4D-4BCE-90AB-D3780326A19A}" type="parTrans" cxnId="{E4E52B85-26CC-42B0-99BB-A2CE781253F3}">
      <dgm:prSet/>
      <dgm:spPr/>
      <dgm:t>
        <a:bodyPr/>
        <a:lstStyle/>
        <a:p>
          <a:endParaRPr lang="en-US"/>
        </a:p>
      </dgm:t>
    </dgm:pt>
    <dgm:pt modelId="{EABA4571-BAB9-41A0-976D-7A18D76F24C3}" type="sibTrans" cxnId="{E4E52B85-26CC-42B0-99BB-A2CE781253F3}">
      <dgm:prSet/>
      <dgm:spPr/>
      <dgm:t>
        <a:bodyPr/>
        <a:lstStyle/>
        <a:p>
          <a:endParaRPr lang="en-US"/>
        </a:p>
      </dgm:t>
    </dgm:pt>
    <dgm:pt modelId="{52AAD90C-72E6-4062-89AA-D690FC095363}">
      <dgm:prSet phldrT="[Text]"/>
      <dgm:spPr/>
      <dgm:t>
        <a:bodyPr/>
        <a:lstStyle/>
        <a:p>
          <a:r>
            <a:rPr lang="en-US" dirty="0"/>
            <a:t>Inference of services data for </a:t>
          </a:r>
          <a:r>
            <a:rPr lang="en-US" dirty="0" err="1"/>
            <a:t>Whatsapp</a:t>
          </a:r>
          <a:r>
            <a:rPr lang="en-US" dirty="0"/>
            <a:t> based on current services portal</a:t>
          </a:r>
        </a:p>
      </dgm:t>
    </dgm:pt>
    <dgm:pt modelId="{CDD1A24C-9A6A-4CD6-9F13-8F472284CCE8}" type="parTrans" cxnId="{979DBD29-2A19-491B-A59E-D9FAA0E10574}">
      <dgm:prSet/>
      <dgm:spPr/>
      <dgm:t>
        <a:bodyPr/>
        <a:lstStyle/>
        <a:p>
          <a:endParaRPr lang="en-US"/>
        </a:p>
      </dgm:t>
    </dgm:pt>
    <dgm:pt modelId="{76D1382E-18D0-4C5D-A5D8-684130C86EB5}" type="sibTrans" cxnId="{979DBD29-2A19-491B-A59E-D9FAA0E10574}">
      <dgm:prSet/>
      <dgm:spPr/>
      <dgm:t>
        <a:bodyPr/>
        <a:lstStyle/>
        <a:p>
          <a:endParaRPr lang="en-US"/>
        </a:p>
      </dgm:t>
    </dgm:pt>
    <dgm:pt modelId="{B7696DDE-CBF1-4E9F-A6FD-745566EC5CA6}" type="pres">
      <dgm:prSet presAssocID="{43092E0E-9443-44B8-8E95-A807C7C8AC57}" presName="linear" presStyleCnt="0">
        <dgm:presLayoutVars>
          <dgm:dir/>
          <dgm:animLvl val="lvl"/>
          <dgm:resizeHandles val="exact"/>
        </dgm:presLayoutVars>
      </dgm:prSet>
      <dgm:spPr/>
    </dgm:pt>
    <dgm:pt modelId="{FBEFFB83-69D3-4578-97AA-FACD36AEA3F0}" type="pres">
      <dgm:prSet presAssocID="{847B3F21-E568-4EBB-8642-532AC75C9D1C}" presName="parentLin" presStyleCnt="0"/>
      <dgm:spPr/>
    </dgm:pt>
    <dgm:pt modelId="{AAD54ADE-6171-4391-A398-B047FD0A69F6}" type="pres">
      <dgm:prSet presAssocID="{847B3F21-E568-4EBB-8642-532AC75C9D1C}" presName="parentLeftMargin" presStyleLbl="node1" presStyleIdx="0" presStyleCnt="5"/>
      <dgm:spPr/>
    </dgm:pt>
    <dgm:pt modelId="{253CFA4E-6C5F-4845-944A-36C3364D93DC}" type="pres">
      <dgm:prSet presAssocID="{847B3F21-E568-4EBB-8642-532AC75C9D1C}" presName="parentText" presStyleLbl="node1" presStyleIdx="0" presStyleCnt="5" custScaleX="142857">
        <dgm:presLayoutVars>
          <dgm:chMax val="0"/>
          <dgm:bulletEnabled val="1"/>
        </dgm:presLayoutVars>
      </dgm:prSet>
      <dgm:spPr/>
    </dgm:pt>
    <dgm:pt modelId="{FB294D90-EC68-4107-8F31-632CD6BD9483}" type="pres">
      <dgm:prSet presAssocID="{847B3F21-E568-4EBB-8642-532AC75C9D1C}" presName="negativeSpace" presStyleCnt="0"/>
      <dgm:spPr/>
    </dgm:pt>
    <dgm:pt modelId="{BEF2CD69-693A-491A-89E6-3E2E8EFBE014}" type="pres">
      <dgm:prSet presAssocID="{847B3F21-E568-4EBB-8642-532AC75C9D1C}" presName="childText" presStyleLbl="conFgAcc1" presStyleIdx="0" presStyleCnt="5">
        <dgm:presLayoutVars>
          <dgm:bulletEnabled val="1"/>
        </dgm:presLayoutVars>
      </dgm:prSet>
      <dgm:spPr/>
    </dgm:pt>
    <dgm:pt modelId="{F893A1A6-6DE4-4B8C-9876-01B5D4F16C07}" type="pres">
      <dgm:prSet presAssocID="{D6359295-51B1-4227-A4D5-AD0F1A51374E}" presName="spaceBetweenRectangles" presStyleCnt="0"/>
      <dgm:spPr/>
    </dgm:pt>
    <dgm:pt modelId="{8DD66EB6-C68D-4980-9873-B5B08D6624C8}" type="pres">
      <dgm:prSet presAssocID="{2C142AFD-09B0-444A-BD0E-D056E1AE70FE}" presName="parentLin" presStyleCnt="0"/>
      <dgm:spPr/>
    </dgm:pt>
    <dgm:pt modelId="{4CDB160B-16D2-46D0-B5BE-50E123279C93}" type="pres">
      <dgm:prSet presAssocID="{2C142AFD-09B0-444A-BD0E-D056E1AE70FE}" presName="parentLeftMargin" presStyleLbl="node1" presStyleIdx="0" presStyleCnt="5"/>
      <dgm:spPr/>
    </dgm:pt>
    <dgm:pt modelId="{02247CC1-0AB3-4242-BC01-2B85647E7230}" type="pres">
      <dgm:prSet presAssocID="{2C142AFD-09B0-444A-BD0E-D056E1AE70FE}" presName="parentText" presStyleLbl="node1" presStyleIdx="1" presStyleCnt="5" custScaleX="142857">
        <dgm:presLayoutVars>
          <dgm:chMax val="0"/>
          <dgm:bulletEnabled val="1"/>
        </dgm:presLayoutVars>
      </dgm:prSet>
      <dgm:spPr/>
    </dgm:pt>
    <dgm:pt modelId="{E40FB0CC-9335-43AA-8204-60CBE905BF10}" type="pres">
      <dgm:prSet presAssocID="{2C142AFD-09B0-444A-BD0E-D056E1AE70FE}" presName="negativeSpace" presStyleCnt="0"/>
      <dgm:spPr/>
    </dgm:pt>
    <dgm:pt modelId="{34AFA5C8-555F-44D7-B010-A6FA73532E37}" type="pres">
      <dgm:prSet presAssocID="{2C142AFD-09B0-444A-BD0E-D056E1AE70FE}" presName="childText" presStyleLbl="conFgAcc1" presStyleIdx="1" presStyleCnt="5">
        <dgm:presLayoutVars>
          <dgm:bulletEnabled val="1"/>
        </dgm:presLayoutVars>
      </dgm:prSet>
      <dgm:spPr/>
    </dgm:pt>
    <dgm:pt modelId="{AC823B72-740C-4BF9-B92A-93E1A068B6D4}" type="pres">
      <dgm:prSet presAssocID="{BD26735B-14C7-46CF-A089-CB5D5B10CBAF}" presName="spaceBetweenRectangles" presStyleCnt="0"/>
      <dgm:spPr/>
    </dgm:pt>
    <dgm:pt modelId="{D5F087E7-73A1-42BE-960E-CAC6769F78EB}" type="pres">
      <dgm:prSet presAssocID="{7B7767DE-95E0-42ED-B90F-6BB190CF9951}" presName="parentLin" presStyleCnt="0"/>
      <dgm:spPr/>
    </dgm:pt>
    <dgm:pt modelId="{AE5F0203-3AEC-4119-9F85-73D1D75FEF17}" type="pres">
      <dgm:prSet presAssocID="{7B7767DE-95E0-42ED-B90F-6BB190CF9951}" presName="parentLeftMargin" presStyleLbl="node1" presStyleIdx="1" presStyleCnt="5"/>
      <dgm:spPr/>
    </dgm:pt>
    <dgm:pt modelId="{9C330E2A-B522-4443-A77C-C469BD2B9401}" type="pres">
      <dgm:prSet presAssocID="{7B7767DE-95E0-42ED-B90F-6BB190CF9951}" presName="parentText" presStyleLbl="node1" presStyleIdx="2" presStyleCnt="5" custScaleX="142857">
        <dgm:presLayoutVars>
          <dgm:chMax val="0"/>
          <dgm:bulletEnabled val="1"/>
        </dgm:presLayoutVars>
      </dgm:prSet>
      <dgm:spPr/>
    </dgm:pt>
    <dgm:pt modelId="{BEA6B9EB-F143-4524-B414-C101F15EECE9}" type="pres">
      <dgm:prSet presAssocID="{7B7767DE-95E0-42ED-B90F-6BB190CF9951}" presName="negativeSpace" presStyleCnt="0"/>
      <dgm:spPr/>
    </dgm:pt>
    <dgm:pt modelId="{FF22A221-AF0C-4A55-AA2C-E163064ADBF5}" type="pres">
      <dgm:prSet presAssocID="{7B7767DE-95E0-42ED-B90F-6BB190CF9951}" presName="childText" presStyleLbl="conFgAcc1" presStyleIdx="2" presStyleCnt="5">
        <dgm:presLayoutVars>
          <dgm:bulletEnabled val="1"/>
        </dgm:presLayoutVars>
      </dgm:prSet>
      <dgm:spPr/>
    </dgm:pt>
    <dgm:pt modelId="{7F410393-47AD-4174-9424-EE2F10C9DC33}" type="pres">
      <dgm:prSet presAssocID="{F74997B8-7DFF-48D2-9CC5-A9F8B4B1E33D}" presName="spaceBetweenRectangles" presStyleCnt="0"/>
      <dgm:spPr/>
    </dgm:pt>
    <dgm:pt modelId="{C03C9976-ECEF-45F2-98CE-A2D83EF2E737}" type="pres">
      <dgm:prSet presAssocID="{6A243548-CB40-4387-A6A0-6652A6CE8C35}" presName="parentLin" presStyleCnt="0"/>
      <dgm:spPr/>
    </dgm:pt>
    <dgm:pt modelId="{56F244E7-10E3-4C17-B799-4E4788CA453A}" type="pres">
      <dgm:prSet presAssocID="{6A243548-CB40-4387-A6A0-6652A6CE8C35}" presName="parentLeftMargin" presStyleLbl="node1" presStyleIdx="2" presStyleCnt="5"/>
      <dgm:spPr/>
    </dgm:pt>
    <dgm:pt modelId="{B3877A96-F2DF-4E7A-B811-5A317930EB0B}" type="pres">
      <dgm:prSet presAssocID="{6A243548-CB40-4387-A6A0-6652A6CE8C35}" presName="parentText" presStyleLbl="node1" presStyleIdx="3" presStyleCnt="5" custScaleX="142857">
        <dgm:presLayoutVars>
          <dgm:chMax val="0"/>
          <dgm:bulletEnabled val="1"/>
        </dgm:presLayoutVars>
      </dgm:prSet>
      <dgm:spPr/>
    </dgm:pt>
    <dgm:pt modelId="{1A804D21-1A07-4A65-BE07-204C2EB55DEE}" type="pres">
      <dgm:prSet presAssocID="{6A243548-CB40-4387-A6A0-6652A6CE8C35}" presName="negativeSpace" presStyleCnt="0"/>
      <dgm:spPr/>
    </dgm:pt>
    <dgm:pt modelId="{99BF05A3-83F4-433F-BB76-A1CD6FD68BC1}" type="pres">
      <dgm:prSet presAssocID="{6A243548-CB40-4387-A6A0-6652A6CE8C35}" presName="childText" presStyleLbl="conFgAcc1" presStyleIdx="3" presStyleCnt="5">
        <dgm:presLayoutVars>
          <dgm:bulletEnabled val="1"/>
        </dgm:presLayoutVars>
      </dgm:prSet>
      <dgm:spPr/>
    </dgm:pt>
    <dgm:pt modelId="{D7D28B78-5318-4BA7-B22D-DF1BB35D0C47}" type="pres">
      <dgm:prSet presAssocID="{EABA4571-BAB9-41A0-976D-7A18D76F24C3}" presName="spaceBetweenRectangles" presStyleCnt="0"/>
      <dgm:spPr/>
    </dgm:pt>
    <dgm:pt modelId="{5250E837-9ABD-49CE-BE74-32B2315F0CC0}" type="pres">
      <dgm:prSet presAssocID="{52AAD90C-72E6-4062-89AA-D690FC095363}" presName="parentLin" presStyleCnt="0"/>
      <dgm:spPr/>
    </dgm:pt>
    <dgm:pt modelId="{10A80BA1-F6A9-44AA-9769-AC07F0236AD1}" type="pres">
      <dgm:prSet presAssocID="{52AAD90C-72E6-4062-89AA-D690FC095363}" presName="parentLeftMargin" presStyleLbl="node1" presStyleIdx="3" presStyleCnt="5"/>
      <dgm:spPr/>
    </dgm:pt>
    <dgm:pt modelId="{79A7F7D1-C761-4858-87C0-CEB626486106}" type="pres">
      <dgm:prSet presAssocID="{52AAD90C-72E6-4062-89AA-D690FC095363}" presName="parentText" presStyleLbl="node1" presStyleIdx="4" presStyleCnt="5" custScaleX="142857">
        <dgm:presLayoutVars>
          <dgm:chMax val="0"/>
          <dgm:bulletEnabled val="1"/>
        </dgm:presLayoutVars>
      </dgm:prSet>
      <dgm:spPr/>
    </dgm:pt>
    <dgm:pt modelId="{F11F522C-27AF-475D-B4C6-89EF51539A01}" type="pres">
      <dgm:prSet presAssocID="{52AAD90C-72E6-4062-89AA-D690FC095363}" presName="negativeSpace" presStyleCnt="0"/>
      <dgm:spPr/>
    </dgm:pt>
    <dgm:pt modelId="{7FB870EC-7518-48FB-A549-78036BD1CEB2}" type="pres">
      <dgm:prSet presAssocID="{52AAD90C-72E6-4062-89AA-D690FC095363}" presName="childText" presStyleLbl="conFgAcc1" presStyleIdx="4" presStyleCnt="5">
        <dgm:presLayoutVars>
          <dgm:bulletEnabled val="1"/>
        </dgm:presLayoutVars>
      </dgm:prSet>
      <dgm:spPr/>
    </dgm:pt>
  </dgm:ptLst>
  <dgm:cxnLst>
    <dgm:cxn modelId="{EE504B12-A3E1-49B3-BCFA-A9AD5121B8CE}" type="presOf" srcId="{7B7767DE-95E0-42ED-B90F-6BB190CF9951}" destId="{AE5F0203-3AEC-4119-9F85-73D1D75FEF17}" srcOrd="0" destOrd="0" presId="urn:microsoft.com/office/officeart/2005/8/layout/list1"/>
    <dgm:cxn modelId="{BE2C0B13-EF95-4D53-856D-3C7A7003D074}" type="presOf" srcId="{847B3F21-E568-4EBB-8642-532AC75C9D1C}" destId="{AAD54ADE-6171-4391-A398-B047FD0A69F6}" srcOrd="0" destOrd="0" presId="urn:microsoft.com/office/officeart/2005/8/layout/list1"/>
    <dgm:cxn modelId="{65F7681D-28F8-4683-B468-49E7A081BCD0}" type="presOf" srcId="{2C142AFD-09B0-444A-BD0E-D056E1AE70FE}" destId="{4CDB160B-16D2-46D0-B5BE-50E123279C93}" srcOrd="0" destOrd="0" presId="urn:microsoft.com/office/officeart/2005/8/layout/list1"/>
    <dgm:cxn modelId="{979DBD29-2A19-491B-A59E-D9FAA0E10574}" srcId="{43092E0E-9443-44B8-8E95-A807C7C8AC57}" destId="{52AAD90C-72E6-4062-89AA-D690FC095363}" srcOrd="4" destOrd="0" parTransId="{CDD1A24C-9A6A-4CD6-9F13-8F472284CCE8}" sibTransId="{76D1382E-18D0-4C5D-A5D8-684130C86EB5}"/>
    <dgm:cxn modelId="{481C362B-E1E8-4AD4-A42F-960FF0533E44}" srcId="{43092E0E-9443-44B8-8E95-A807C7C8AC57}" destId="{7B7767DE-95E0-42ED-B90F-6BB190CF9951}" srcOrd="2" destOrd="0" parTransId="{8FADF837-7601-424A-AE60-A195EC9DDC94}" sibTransId="{F74997B8-7DFF-48D2-9CC5-A9F8B4B1E33D}"/>
    <dgm:cxn modelId="{B3FC5D38-4722-43AC-86A3-CB204A8DA2C7}" type="presOf" srcId="{7B7767DE-95E0-42ED-B90F-6BB190CF9951}" destId="{9C330E2A-B522-4443-A77C-C469BD2B9401}" srcOrd="1" destOrd="0" presId="urn:microsoft.com/office/officeart/2005/8/layout/list1"/>
    <dgm:cxn modelId="{17AC523D-6C66-40FB-94CB-3580C7051C84}" type="presOf" srcId="{6A243548-CB40-4387-A6A0-6652A6CE8C35}" destId="{B3877A96-F2DF-4E7A-B811-5A317930EB0B}" srcOrd="1" destOrd="0" presId="urn:microsoft.com/office/officeart/2005/8/layout/list1"/>
    <dgm:cxn modelId="{37FF4F40-3A9F-4F0B-85F5-264F727A53B7}" srcId="{43092E0E-9443-44B8-8E95-A807C7C8AC57}" destId="{2C142AFD-09B0-444A-BD0E-D056E1AE70FE}" srcOrd="1" destOrd="0" parTransId="{386A4111-B2D0-4AE8-8B01-40160DC7F1D9}" sibTransId="{BD26735B-14C7-46CF-A089-CB5D5B10CBAF}"/>
    <dgm:cxn modelId="{EB0B3465-E0CE-442D-B7D2-8017406D1051}" type="presOf" srcId="{847B3F21-E568-4EBB-8642-532AC75C9D1C}" destId="{253CFA4E-6C5F-4845-944A-36C3364D93DC}" srcOrd="1" destOrd="0" presId="urn:microsoft.com/office/officeart/2005/8/layout/list1"/>
    <dgm:cxn modelId="{88597445-976E-483B-B58E-417A05A0F1D1}" type="presOf" srcId="{52AAD90C-72E6-4062-89AA-D690FC095363}" destId="{10A80BA1-F6A9-44AA-9769-AC07F0236AD1}" srcOrd="0" destOrd="0" presId="urn:microsoft.com/office/officeart/2005/8/layout/list1"/>
    <dgm:cxn modelId="{8BF0BA71-F6F2-4CCC-BA88-55DA917B3405}" type="presOf" srcId="{43092E0E-9443-44B8-8E95-A807C7C8AC57}" destId="{B7696DDE-CBF1-4E9F-A6FD-745566EC5CA6}" srcOrd="0" destOrd="0" presId="urn:microsoft.com/office/officeart/2005/8/layout/list1"/>
    <dgm:cxn modelId="{16A1685A-1533-45E1-9150-A4CA8777F882}" type="presOf" srcId="{6A243548-CB40-4387-A6A0-6652A6CE8C35}" destId="{56F244E7-10E3-4C17-B799-4E4788CA453A}" srcOrd="0" destOrd="0" presId="urn:microsoft.com/office/officeart/2005/8/layout/list1"/>
    <dgm:cxn modelId="{E4E52B85-26CC-42B0-99BB-A2CE781253F3}" srcId="{43092E0E-9443-44B8-8E95-A807C7C8AC57}" destId="{6A243548-CB40-4387-A6A0-6652A6CE8C35}" srcOrd="3" destOrd="0" parTransId="{45168CA9-7C4D-4BCE-90AB-D3780326A19A}" sibTransId="{EABA4571-BAB9-41A0-976D-7A18D76F24C3}"/>
    <dgm:cxn modelId="{BE175AD4-9587-48A3-AFD0-AC606A999701}" type="presOf" srcId="{52AAD90C-72E6-4062-89AA-D690FC095363}" destId="{79A7F7D1-C761-4858-87C0-CEB626486106}" srcOrd="1" destOrd="0" presId="urn:microsoft.com/office/officeart/2005/8/layout/list1"/>
    <dgm:cxn modelId="{B985D7DC-94F0-4DEE-A39D-5D02AF0DEC41}" srcId="{43092E0E-9443-44B8-8E95-A807C7C8AC57}" destId="{847B3F21-E568-4EBB-8642-532AC75C9D1C}" srcOrd="0" destOrd="0" parTransId="{E245C8B7-6D9A-4EAC-9919-5998A3A6D6B8}" sibTransId="{D6359295-51B1-4227-A4D5-AD0F1A51374E}"/>
    <dgm:cxn modelId="{005AC1DE-6E6A-4660-A09E-DC65D6CFE069}" type="presOf" srcId="{2C142AFD-09B0-444A-BD0E-D056E1AE70FE}" destId="{02247CC1-0AB3-4242-BC01-2B85647E7230}" srcOrd="1" destOrd="0" presId="urn:microsoft.com/office/officeart/2005/8/layout/list1"/>
    <dgm:cxn modelId="{5C4BF3D1-AAC7-4AD0-8CEF-708D91105F68}" type="presParOf" srcId="{B7696DDE-CBF1-4E9F-A6FD-745566EC5CA6}" destId="{FBEFFB83-69D3-4578-97AA-FACD36AEA3F0}" srcOrd="0" destOrd="0" presId="urn:microsoft.com/office/officeart/2005/8/layout/list1"/>
    <dgm:cxn modelId="{9FED5BD6-F26D-43BF-A2A9-B9884725E036}" type="presParOf" srcId="{FBEFFB83-69D3-4578-97AA-FACD36AEA3F0}" destId="{AAD54ADE-6171-4391-A398-B047FD0A69F6}" srcOrd="0" destOrd="0" presId="urn:microsoft.com/office/officeart/2005/8/layout/list1"/>
    <dgm:cxn modelId="{63B877DC-7ABD-45A8-9844-0101A7DC7CC4}" type="presParOf" srcId="{FBEFFB83-69D3-4578-97AA-FACD36AEA3F0}" destId="{253CFA4E-6C5F-4845-944A-36C3364D93DC}" srcOrd="1" destOrd="0" presId="urn:microsoft.com/office/officeart/2005/8/layout/list1"/>
    <dgm:cxn modelId="{9AEC0D24-E902-45A7-BACC-321A64F99791}" type="presParOf" srcId="{B7696DDE-CBF1-4E9F-A6FD-745566EC5CA6}" destId="{FB294D90-EC68-4107-8F31-632CD6BD9483}" srcOrd="1" destOrd="0" presId="urn:microsoft.com/office/officeart/2005/8/layout/list1"/>
    <dgm:cxn modelId="{63915459-0AA1-4D80-B60B-28E3379F00CA}" type="presParOf" srcId="{B7696DDE-CBF1-4E9F-A6FD-745566EC5CA6}" destId="{BEF2CD69-693A-491A-89E6-3E2E8EFBE014}" srcOrd="2" destOrd="0" presId="urn:microsoft.com/office/officeart/2005/8/layout/list1"/>
    <dgm:cxn modelId="{72EAB0E4-A81B-47D6-AA48-C004158AA215}" type="presParOf" srcId="{B7696DDE-CBF1-4E9F-A6FD-745566EC5CA6}" destId="{F893A1A6-6DE4-4B8C-9876-01B5D4F16C07}" srcOrd="3" destOrd="0" presId="urn:microsoft.com/office/officeart/2005/8/layout/list1"/>
    <dgm:cxn modelId="{2B816F44-167D-4E2C-9247-0D11BD54F075}" type="presParOf" srcId="{B7696DDE-CBF1-4E9F-A6FD-745566EC5CA6}" destId="{8DD66EB6-C68D-4980-9873-B5B08D6624C8}" srcOrd="4" destOrd="0" presId="urn:microsoft.com/office/officeart/2005/8/layout/list1"/>
    <dgm:cxn modelId="{48EC2D3D-493A-40A4-95E1-F747EA5511A3}" type="presParOf" srcId="{8DD66EB6-C68D-4980-9873-B5B08D6624C8}" destId="{4CDB160B-16D2-46D0-B5BE-50E123279C93}" srcOrd="0" destOrd="0" presId="urn:microsoft.com/office/officeart/2005/8/layout/list1"/>
    <dgm:cxn modelId="{F37D68D3-3222-4B93-9374-F276AF6EEFBD}" type="presParOf" srcId="{8DD66EB6-C68D-4980-9873-B5B08D6624C8}" destId="{02247CC1-0AB3-4242-BC01-2B85647E7230}" srcOrd="1" destOrd="0" presId="urn:microsoft.com/office/officeart/2005/8/layout/list1"/>
    <dgm:cxn modelId="{8A05B1B2-EEA8-4693-99D9-C6E7509FE410}" type="presParOf" srcId="{B7696DDE-CBF1-4E9F-A6FD-745566EC5CA6}" destId="{E40FB0CC-9335-43AA-8204-60CBE905BF10}" srcOrd="5" destOrd="0" presId="urn:microsoft.com/office/officeart/2005/8/layout/list1"/>
    <dgm:cxn modelId="{888E92C7-DDA7-452E-914E-D9D1B17614C1}" type="presParOf" srcId="{B7696DDE-CBF1-4E9F-A6FD-745566EC5CA6}" destId="{34AFA5C8-555F-44D7-B010-A6FA73532E37}" srcOrd="6" destOrd="0" presId="urn:microsoft.com/office/officeart/2005/8/layout/list1"/>
    <dgm:cxn modelId="{5EF5F5CC-A755-40B5-9EE6-C028A13850FA}" type="presParOf" srcId="{B7696DDE-CBF1-4E9F-A6FD-745566EC5CA6}" destId="{AC823B72-740C-4BF9-B92A-93E1A068B6D4}" srcOrd="7" destOrd="0" presId="urn:microsoft.com/office/officeart/2005/8/layout/list1"/>
    <dgm:cxn modelId="{2E21FB51-3139-48A3-BCB0-B0EF98C5EBB5}" type="presParOf" srcId="{B7696DDE-CBF1-4E9F-A6FD-745566EC5CA6}" destId="{D5F087E7-73A1-42BE-960E-CAC6769F78EB}" srcOrd="8" destOrd="0" presId="urn:microsoft.com/office/officeart/2005/8/layout/list1"/>
    <dgm:cxn modelId="{91ABFCE6-AE9B-4B70-821E-87E5FBDCF410}" type="presParOf" srcId="{D5F087E7-73A1-42BE-960E-CAC6769F78EB}" destId="{AE5F0203-3AEC-4119-9F85-73D1D75FEF17}" srcOrd="0" destOrd="0" presId="urn:microsoft.com/office/officeart/2005/8/layout/list1"/>
    <dgm:cxn modelId="{73D8C052-B28B-483F-8DA8-F764E4278E09}" type="presParOf" srcId="{D5F087E7-73A1-42BE-960E-CAC6769F78EB}" destId="{9C330E2A-B522-4443-A77C-C469BD2B9401}" srcOrd="1" destOrd="0" presId="urn:microsoft.com/office/officeart/2005/8/layout/list1"/>
    <dgm:cxn modelId="{4B9D37E4-8DD6-4EC2-8933-CF7A541552E2}" type="presParOf" srcId="{B7696DDE-CBF1-4E9F-A6FD-745566EC5CA6}" destId="{BEA6B9EB-F143-4524-B414-C101F15EECE9}" srcOrd="9" destOrd="0" presId="urn:microsoft.com/office/officeart/2005/8/layout/list1"/>
    <dgm:cxn modelId="{473D6588-A40E-4A3E-A56A-AEBB733ADBA4}" type="presParOf" srcId="{B7696DDE-CBF1-4E9F-A6FD-745566EC5CA6}" destId="{FF22A221-AF0C-4A55-AA2C-E163064ADBF5}" srcOrd="10" destOrd="0" presId="urn:microsoft.com/office/officeart/2005/8/layout/list1"/>
    <dgm:cxn modelId="{5F27FA39-8884-494E-AAFC-F962C87C025C}" type="presParOf" srcId="{B7696DDE-CBF1-4E9F-A6FD-745566EC5CA6}" destId="{7F410393-47AD-4174-9424-EE2F10C9DC33}" srcOrd="11" destOrd="0" presId="urn:microsoft.com/office/officeart/2005/8/layout/list1"/>
    <dgm:cxn modelId="{F4C12E37-D2EE-4CFB-B3A5-D7858BDB62D3}" type="presParOf" srcId="{B7696DDE-CBF1-4E9F-A6FD-745566EC5CA6}" destId="{C03C9976-ECEF-45F2-98CE-A2D83EF2E737}" srcOrd="12" destOrd="0" presId="urn:microsoft.com/office/officeart/2005/8/layout/list1"/>
    <dgm:cxn modelId="{0C9B1FC5-58AC-4496-A444-8F6E40E1F250}" type="presParOf" srcId="{C03C9976-ECEF-45F2-98CE-A2D83EF2E737}" destId="{56F244E7-10E3-4C17-B799-4E4788CA453A}" srcOrd="0" destOrd="0" presId="urn:microsoft.com/office/officeart/2005/8/layout/list1"/>
    <dgm:cxn modelId="{B9B12E08-560D-46E8-93E9-CF1E30B90BC1}" type="presParOf" srcId="{C03C9976-ECEF-45F2-98CE-A2D83EF2E737}" destId="{B3877A96-F2DF-4E7A-B811-5A317930EB0B}" srcOrd="1" destOrd="0" presId="urn:microsoft.com/office/officeart/2005/8/layout/list1"/>
    <dgm:cxn modelId="{9B571E14-6D3D-4335-83B8-4B2393EECADB}" type="presParOf" srcId="{B7696DDE-CBF1-4E9F-A6FD-745566EC5CA6}" destId="{1A804D21-1A07-4A65-BE07-204C2EB55DEE}" srcOrd="13" destOrd="0" presId="urn:microsoft.com/office/officeart/2005/8/layout/list1"/>
    <dgm:cxn modelId="{10CFC020-9321-42C5-8217-B2D41ACE6ADA}" type="presParOf" srcId="{B7696DDE-CBF1-4E9F-A6FD-745566EC5CA6}" destId="{99BF05A3-83F4-433F-BB76-A1CD6FD68BC1}" srcOrd="14" destOrd="0" presId="urn:microsoft.com/office/officeart/2005/8/layout/list1"/>
    <dgm:cxn modelId="{46699EAB-28F6-4875-A48A-82861D9028B2}" type="presParOf" srcId="{B7696DDE-CBF1-4E9F-A6FD-745566EC5CA6}" destId="{D7D28B78-5318-4BA7-B22D-DF1BB35D0C47}" srcOrd="15" destOrd="0" presId="urn:microsoft.com/office/officeart/2005/8/layout/list1"/>
    <dgm:cxn modelId="{DBB89693-1C0E-48B8-AC7D-96591D3B7EDD}" type="presParOf" srcId="{B7696DDE-CBF1-4E9F-A6FD-745566EC5CA6}" destId="{5250E837-9ABD-49CE-BE74-32B2315F0CC0}" srcOrd="16" destOrd="0" presId="urn:microsoft.com/office/officeart/2005/8/layout/list1"/>
    <dgm:cxn modelId="{290C9C03-8DD3-4736-9452-D6EA62A484BF}" type="presParOf" srcId="{5250E837-9ABD-49CE-BE74-32B2315F0CC0}" destId="{10A80BA1-F6A9-44AA-9769-AC07F0236AD1}" srcOrd="0" destOrd="0" presId="urn:microsoft.com/office/officeart/2005/8/layout/list1"/>
    <dgm:cxn modelId="{D46AE968-7441-4AB8-BA05-72349995A426}" type="presParOf" srcId="{5250E837-9ABD-49CE-BE74-32B2315F0CC0}" destId="{79A7F7D1-C761-4858-87C0-CEB626486106}" srcOrd="1" destOrd="0" presId="urn:microsoft.com/office/officeart/2005/8/layout/list1"/>
    <dgm:cxn modelId="{8169E7F7-CFF0-450C-8C73-6923FC577346}" type="presParOf" srcId="{B7696DDE-CBF1-4E9F-A6FD-745566EC5CA6}" destId="{F11F522C-27AF-475D-B4C6-89EF51539A01}" srcOrd="17" destOrd="0" presId="urn:microsoft.com/office/officeart/2005/8/layout/list1"/>
    <dgm:cxn modelId="{4F8D4C1E-B026-4CA2-9BF7-16E75B670155}" type="presParOf" srcId="{B7696DDE-CBF1-4E9F-A6FD-745566EC5CA6}" destId="{7FB870EC-7518-48FB-A549-78036BD1CEB2}"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F2CD69-693A-491A-89E6-3E2E8EFBE014}">
      <dsp:nvSpPr>
        <dsp:cNvPr id="0" name=""/>
        <dsp:cNvSpPr/>
      </dsp:nvSpPr>
      <dsp:spPr>
        <a:xfrm>
          <a:off x="0" y="447893"/>
          <a:ext cx="11111990" cy="5796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53CFA4E-6C5F-4845-944A-36C3364D93DC}">
      <dsp:nvSpPr>
        <dsp:cNvPr id="0" name=""/>
        <dsp:cNvSpPr/>
      </dsp:nvSpPr>
      <dsp:spPr>
        <a:xfrm>
          <a:off x="529013" y="108413"/>
          <a:ext cx="10580253" cy="67896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005" tIns="0" rIns="294005" bIns="0" numCol="1" spcCol="1270" anchor="ctr" anchorCtr="0">
          <a:noAutofit/>
        </a:bodyPr>
        <a:lstStyle/>
        <a:p>
          <a:pPr marL="0" lvl="0" indent="0" algn="l" defTabSz="1022350">
            <a:lnSpc>
              <a:spcPct val="90000"/>
            </a:lnSpc>
            <a:spcBef>
              <a:spcPct val="0"/>
            </a:spcBef>
            <a:spcAft>
              <a:spcPct val="35000"/>
            </a:spcAft>
            <a:buNone/>
          </a:pPr>
          <a:r>
            <a:rPr lang="en-US" sz="2300" kern="1200" dirty="0"/>
            <a:t>Total Service Requests</a:t>
          </a:r>
        </a:p>
      </dsp:txBody>
      <dsp:txXfrm>
        <a:off x="562157" y="141557"/>
        <a:ext cx="10513965" cy="612672"/>
      </dsp:txXfrm>
    </dsp:sp>
    <dsp:sp modelId="{34AFA5C8-555F-44D7-B010-A6FA73532E37}">
      <dsp:nvSpPr>
        <dsp:cNvPr id="0" name=""/>
        <dsp:cNvSpPr/>
      </dsp:nvSpPr>
      <dsp:spPr>
        <a:xfrm>
          <a:off x="0" y="1491173"/>
          <a:ext cx="11111990" cy="579600"/>
        </a:xfrm>
        <a:prstGeom prst="rect">
          <a:avLst/>
        </a:prstGeom>
        <a:solidFill>
          <a:schemeClr val="lt1">
            <a:alpha val="90000"/>
            <a:hueOff val="0"/>
            <a:satOff val="0"/>
            <a:lumOff val="0"/>
            <a:alphaOff val="0"/>
          </a:schemeClr>
        </a:solidFill>
        <a:ln w="12700" cap="flat" cmpd="sng" algn="ctr">
          <a:solidFill>
            <a:schemeClr val="accent4">
              <a:hueOff val="2450223"/>
              <a:satOff val="-10194"/>
              <a:lumOff val="2402"/>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247CC1-0AB3-4242-BC01-2B85647E7230}">
      <dsp:nvSpPr>
        <dsp:cNvPr id="0" name=""/>
        <dsp:cNvSpPr/>
      </dsp:nvSpPr>
      <dsp:spPr>
        <a:xfrm>
          <a:off x="529013" y="1151693"/>
          <a:ext cx="10580253" cy="678960"/>
        </a:xfrm>
        <a:prstGeom prst="roundRect">
          <a:avLst/>
        </a:prstGeom>
        <a:solidFill>
          <a:schemeClr val="accent4">
            <a:hueOff val="2450223"/>
            <a:satOff val="-10194"/>
            <a:lumOff val="24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005" tIns="0" rIns="294005" bIns="0" numCol="1" spcCol="1270" anchor="ctr" anchorCtr="0">
          <a:noAutofit/>
        </a:bodyPr>
        <a:lstStyle/>
        <a:p>
          <a:pPr marL="0" lvl="0" indent="0" algn="l" defTabSz="1022350">
            <a:lnSpc>
              <a:spcPct val="90000"/>
            </a:lnSpc>
            <a:spcBef>
              <a:spcPct val="0"/>
            </a:spcBef>
            <a:spcAft>
              <a:spcPct val="35000"/>
            </a:spcAft>
            <a:buNone/>
          </a:pPr>
          <a:r>
            <a:rPr lang="en-US" sz="2300" kern="1200" dirty="0"/>
            <a:t>Total Revenue Generation from Service</a:t>
          </a:r>
        </a:p>
      </dsp:txBody>
      <dsp:txXfrm>
        <a:off x="562157" y="1184837"/>
        <a:ext cx="10513965" cy="612672"/>
      </dsp:txXfrm>
    </dsp:sp>
    <dsp:sp modelId="{FF22A221-AF0C-4A55-AA2C-E163064ADBF5}">
      <dsp:nvSpPr>
        <dsp:cNvPr id="0" name=""/>
        <dsp:cNvSpPr/>
      </dsp:nvSpPr>
      <dsp:spPr>
        <a:xfrm>
          <a:off x="0" y="2534453"/>
          <a:ext cx="11111990" cy="579600"/>
        </a:xfrm>
        <a:prstGeom prst="rect">
          <a:avLst/>
        </a:prstGeom>
        <a:solidFill>
          <a:schemeClr val="lt1">
            <a:alpha val="90000"/>
            <a:hueOff val="0"/>
            <a:satOff val="0"/>
            <a:lumOff val="0"/>
            <a:alphaOff val="0"/>
          </a:schemeClr>
        </a:solidFill>
        <a:ln w="12700" cap="flat" cmpd="sng" algn="ctr">
          <a:solidFill>
            <a:schemeClr val="accent4">
              <a:hueOff val="4900445"/>
              <a:satOff val="-20388"/>
              <a:lumOff val="4804"/>
              <a:alphaOff val="0"/>
            </a:schemeClr>
          </a:solidFill>
          <a:prstDash val="solid"/>
          <a:miter lim="800000"/>
        </a:ln>
        <a:effectLst/>
      </dsp:spPr>
      <dsp:style>
        <a:lnRef idx="2">
          <a:scrgbClr r="0" g="0" b="0"/>
        </a:lnRef>
        <a:fillRef idx="1">
          <a:scrgbClr r="0" g="0" b="0"/>
        </a:fillRef>
        <a:effectRef idx="0">
          <a:scrgbClr r="0" g="0" b="0"/>
        </a:effectRef>
        <a:fontRef idx="minor"/>
      </dsp:style>
    </dsp:sp>
    <dsp:sp modelId="{9C330E2A-B522-4443-A77C-C469BD2B9401}">
      <dsp:nvSpPr>
        <dsp:cNvPr id="0" name=""/>
        <dsp:cNvSpPr/>
      </dsp:nvSpPr>
      <dsp:spPr>
        <a:xfrm>
          <a:off x="529013" y="2194973"/>
          <a:ext cx="10580253" cy="678960"/>
        </a:xfrm>
        <a:prstGeom prst="roundRect">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005" tIns="0" rIns="294005" bIns="0" numCol="1" spcCol="1270" anchor="ctr" anchorCtr="0">
          <a:noAutofit/>
        </a:bodyPr>
        <a:lstStyle/>
        <a:p>
          <a:pPr marL="0" lvl="0" indent="0" algn="l" defTabSz="1022350">
            <a:lnSpc>
              <a:spcPct val="90000"/>
            </a:lnSpc>
            <a:spcBef>
              <a:spcPct val="0"/>
            </a:spcBef>
            <a:spcAft>
              <a:spcPct val="35000"/>
            </a:spcAft>
            <a:buNone/>
          </a:pPr>
          <a:r>
            <a:rPr lang="en-US" sz="2300" kern="1200" dirty="0"/>
            <a:t>Top 10 </a:t>
          </a:r>
          <a:r>
            <a:rPr lang="en-US" sz="2300" kern="1200" dirty="0" err="1"/>
            <a:t>Departments_Service</a:t>
          </a:r>
          <a:r>
            <a:rPr lang="en-US" sz="2300" kern="1200" dirty="0"/>
            <a:t>/Revenue based</a:t>
          </a:r>
        </a:p>
      </dsp:txBody>
      <dsp:txXfrm>
        <a:off x="562157" y="2228117"/>
        <a:ext cx="10513965" cy="612672"/>
      </dsp:txXfrm>
    </dsp:sp>
    <dsp:sp modelId="{99BF05A3-83F4-433F-BB76-A1CD6FD68BC1}">
      <dsp:nvSpPr>
        <dsp:cNvPr id="0" name=""/>
        <dsp:cNvSpPr/>
      </dsp:nvSpPr>
      <dsp:spPr>
        <a:xfrm>
          <a:off x="0" y="3577733"/>
          <a:ext cx="11111990" cy="579600"/>
        </a:xfrm>
        <a:prstGeom prst="rect">
          <a:avLst/>
        </a:prstGeom>
        <a:solidFill>
          <a:schemeClr val="lt1">
            <a:alpha val="90000"/>
            <a:hueOff val="0"/>
            <a:satOff val="0"/>
            <a:lumOff val="0"/>
            <a:alphaOff val="0"/>
          </a:schemeClr>
        </a:solidFill>
        <a:ln w="12700" cap="flat" cmpd="sng" algn="ctr">
          <a:solidFill>
            <a:schemeClr val="accent4">
              <a:hueOff val="7350668"/>
              <a:satOff val="-30583"/>
              <a:lumOff val="7206"/>
              <a:alphaOff val="0"/>
            </a:schemeClr>
          </a:solidFill>
          <a:prstDash val="solid"/>
          <a:miter lim="800000"/>
        </a:ln>
        <a:effectLst/>
      </dsp:spPr>
      <dsp:style>
        <a:lnRef idx="2">
          <a:scrgbClr r="0" g="0" b="0"/>
        </a:lnRef>
        <a:fillRef idx="1">
          <a:scrgbClr r="0" g="0" b="0"/>
        </a:fillRef>
        <a:effectRef idx="0">
          <a:scrgbClr r="0" g="0" b="0"/>
        </a:effectRef>
        <a:fontRef idx="minor"/>
      </dsp:style>
    </dsp:sp>
    <dsp:sp modelId="{B3877A96-F2DF-4E7A-B811-5A317930EB0B}">
      <dsp:nvSpPr>
        <dsp:cNvPr id="0" name=""/>
        <dsp:cNvSpPr/>
      </dsp:nvSpPr>
      <dsp:spPr>
        <a:xfrm>
          <a:off x="529013" y="3238253"/>
          <a:ext cx="10580253" cy="678960"/>
        </a:xfrm>
        <a:prstGeom prst="roundRect">
          <a:avLst/>
        </a:prstGeom>
        <a:solidFill>
          <a:schemeClr val="accent4">
            <a:hueOff val="7350668"/>
            <a:satOff val="-30583"/>
            <a:lumOff val="72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005" tIns="0" rIns="294005" bIns="0" numCol="1" spcCol="1270" anchor="ctr" anchorCtr="0">
          <a:noAutofit/>
        </a:bodyPr>
        <a:lstStyle/>
        <a:p>
          <a:pPr marL="0" lvl="0" indent="0" algn="l" defTabSz="1022350">
            <a:lnSpc>
              <a:spcPct val="90000"/>
            </a:lnSpc>
            <a:spcBef>
              <a:spcPct val="0"/>
            </a:spcBef>
            <a:spcAft>
              <a:spcPct val="35000"/>
            </a:spcAft>
            <a:buNone/>
          </a:pPr>
          <a:r>
            <a:rPr lang="en-US" sz="2300" kern="1200" dirty="0" err="1"/>
            <a:t>Whatsapp</a:t>
          </a:r>
          <a:r>
            <a:rPr lang="en-US" sz="2300" kern="1200" dirty="0"/>
            <a:t> –Roll out of Services</a:t>
          </a:r>
        </a:p>
      </dsp:txBody>
      <dsp:txXfrm>
        <a:off x="562157" y="3271397"/>
        <a:ext cx="10513965" cy="612672"/>
      </dsp:txXfrm>
    </dsp:sp>
    <dsp:sp modelId="{7FB870EC-7518-48FB-A549-78036BD1CEB2}">
      <dsp:nvSpPr>
        <dsp:cNvPr id="0" name=""/>
        <dsp:cNvSpPr/>
      </dsp:nvSpPr>
      <dsp:spPr>
        <a:xfrm>
          <a:off x="0" y="4621013"/>
          <a:ext cx="11111990" cy="579600"/>
        </a:xfrm>
        <a:prstGeom prst="rect">
          <a:avLst/>
        </a:prstGeom>
        <a:solidFill>
          <a:schemeClr val="lt1">
            <a:alpha val="90000"/>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A7F7D1-C761-4858-87C0-CEB626486106}">
      <dsp:nvSpPr>
        <dsp:cNvPr id="0" name=""/>
        <dsp:cNvSpPr/>
      </dsp:nvSpPr>
      <dsp:spPr>
        <a:xfrm>
          <a:off x="529013" y="4281533"/>
          <a:ext cx="10580253" cy="678960"/>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005" tIns="0" rIns="294005" bIns="0" numCol="1" spcCol="1270" anchor="ctr" anchorCtr="0">
          <a:noAutofit/>
        </a:bodyPr>
        <a:lstStyle/>
        <a:p>
          <a:pPr marL="0" lvl="0" indent="0" algn="l" defTabSz="1022350">
            <a:lnSpc>
              <a:spcPct val="90000"/>
            </a:lnSpc>
            <a:spcBef>
              <a:spcPct val="0"/>
            </a:spcBef>
            <a:spcAft>
              <a:spcPct val="35000"/>
            </a:spcAft>
            <a:buNone/>
          </a:pPr>
          <a:r>
            <a:rPr lang="en-US" sz="2300" kern="1200" dirty="0"/>
            <a:t>Inference of services data for </a:t>
          </a:r>
          <a:r>
            <a:rPr lang="en-US" sz="2300" kern="1200" dirty="0" err="1"/>
            <a:t>Whatsapp</a:t>
          </a:r>
          <a:r>
            <a:rPr lang="en-US" sz="2300" kern="1200" dirty="0"/>
            <a:t> based on current services portal</a:t>
          </a:r>
        </a:p>
      </dsp:txBody>
      <dsp:txXfrm>
        <a:off x="562157" y="4314677"/>
        <a:ext cx="10513965" cy="61267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B9E71-5343-48D0-BBC5-EE4E2FEB04AB}" type="datetimeFigureOut">
              <a:rPr lang="en-US" smtClean="0"/>
              <a:t>9/21/2025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A89F57-45E9-42E2-BB19-B9EA756B2BFB}" type="slidenum">
              <a:rPr lang="en-US" smtClean="0"/>
              <a:t>‹#›</a:t>
            </a:fld>
            <a:endParaRPr lang="en-US"/>
          </a:p>
        </p:txBody>
      </p:sp>
    </p:spTree>
    <p:extLst>
      <p:ext uri="{BB962C8B-B14F-4D97-AF65-F5344CB8AC3E}">
        <p14:creationId xmlns:p14="http://schemas.microsoft.com/office/powerpoint/2010/main" val="1674522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Myself Krishna. I work on  data analysis projects. One such project is , </a:t>
            </a:r>
            <a:r>
              <a:rPr lang="en-US" dirty="0" err="1"/>
              <a:t>AndhraPradesh’s</a:t>
            </a:r>
            <a:r>
              <a:rPr lang="en-US" dirty="0"/>
              <a:t> Government recent launch of Service delivery to citizens via </a:t>
            </a:r>
            <a:r>
              <a:rPr lang="en-US" dirty="0" err="1"/>
              <a:t>Whatsapp</a:t>
            </a:r>
            <a:r>
              <a:rPr lang="en-US" dirty="0"/>
              <a:t>. It is named as “MANA MITRA”. In this video I am going to discuss about this new service delivery platform in detail</a:t>
            </a:r>
          </a:p>
        </p:txBody>
      </p:sp>
      <p:sp>
        <p:nvSpPr>
          <p:cNvPr id="4" name="Slide Number Placeholder 3"/>
          <p:cNvSpPr>
            <a:spLocks noGrp="1"/>
          </p:cNvSpPr>
          <p:nvPr>
            <p:ph type="sldNum" sz="quarter" idx="5"/>
          </p:nvPr>
        </p:nvSpPr>
        <p:spPr/>
        <p:txBody>
          <a:bodyPr/>
          <a:lstStyle/>
          <a:p>
            <a:fld id="{03A89F57-45E9-42E2-BB19-B9EA756B2BFB}" type="slidenum">
              <a:rPr lang="en-US" smtClean="0"/>
              <a:t>1</a:t>
            </a:fld>
            <a:endParaRPr lang="en-US"/>
          </a:p>
        </p:txBody>
      </p:sp>
    </p:spTree>
    <p:extLst>
      <p:ext uri="{BB962C8B-B14F-4D97-AF65-F5344CB8AC3E}">
        <p14:creationId xmlns:p14="http://schemas.microsoft.com/office/powerpoint/2010/main" val="285433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 State Govt has launched Citizen Services through “</a:t>
            </a:r>
            <a:r>
              <a:rPr lang="en-US" dirty="0" err="1"/>
              <a:t>ManaMitra</a:t>
            </a:r>
            <a:r>
              <a:rPr lang="en-US" dirty="0"/>
              <a:t>” from 1stFeb2025. As Part of this Program Govt initially rolled out 161 services via </a:t>
            </a:r>
            <a:r>
              <a:rPr lang="en-US" dirty="0" err="1"/>
              <a:t>whatsapp</a:t>
            </a:r>
            <a:r>
              <a:rPr lang="en-US" dirty="0"/>
              <a:t> and is planning to roll out 300+ services in near future. To avail service a citizen doesn’t need to install any app from </a:t>
            </a:r>
            <a:r>
              <a:rPr lang="en-US" dirty="0" err="1"/>
              <a:t>Playstore</a:t>
            </a:r>
            <a:r>
              <a:rPr lang="en-US" dirty="0"/>
              <a:t> or third party. The person need to save phone number “9552300009” in </a:t>
            </a:r>
            <a:r>
              <a:rPr lang="en-US" dirty="0" err="1"/>
              <a:t>whatsapp</a:t>
            </a:r>
            <a:r>
              <a:rPr lang="en-US" dirty="0"/>
              <a:t> and type “HI”</a:t>
            </a:r>
          </a:p>
        </p:txBody>
      </p:sp>
      <p:sp>
        <p:nvSpPr>
          <p:cNvPr id="4" name="Slide Number Placeholder 3"/>
          <p:cNvSpPr>
            <a:spLocks noGrp="1"/>
          </p:cNvSpPr>
          <p:nvPr>
            <p:ph type="sldNum" sz="quarter" idx="5"/>
          </p:nvPr>
        </p:nvSpPr>
        <p:spPr/>
        <p:txBody>
          <a:bodyPr/>
          <a:lstStyle/>
          <a:p>
            <a:fld id="{03A89F57-45E9-42E2-BB19-B9EA756B2BFB}" type="slidenum">
              <a:rPr lang="en-US" smtClean="0"/>
              <a:t>2</a:t>
            </a:fld>
            <a:endParaRPr lang="en-US"/>
          </a:p>
        </p:txBody>
      </p:sp>
    </p:spTree>
    <p:extLst>
      <p:ext uri="{BB962C8B-B14F-4D97-AF65-F5344CB8AC3E}">
        <p14:creationId xmlns:p14="http://schemas.microsoft.com/office/powerpoint/2010/main" val="3744532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Hi, a reply from </a:t>
            </a:r>
            <a:r>
              <a:rPr lang="en-US" dirty="0" err="1"/>
              <a:t>whatsapp</a:t>
            </a:r>
            <a:r>
              <a:rPr lang="en-US" dirty="0"/>
              <a:t> mentioning the kind of service required for the citizen pops-up. For government to include most of its service in </a:t>
            </a:r>
            <a:r>
              <a:rPr lang="en-US" dirty="0" err="1"/>
              <a:t>whatsapp</a:t>
            </a:r>
            <a:r>
              <a:rPr lang="en-US" dirty="0"/>
              <a:t> a  data analysis has to be done about Maximum number of service requests and Revenue Generation.</a:t>
            </a:r>
          </a:p>
        </p:txBody>
      </p:sp>
      <p:sp>
        <p:nvSpPr>
          <p:cNvPr id="4" name="Slide Number Placeholder 3"/>
          <p:cNvSpPr>
            <a:spLocks noGrp="1"/>
          </p:cNvSpPr>
          <p:nvPr>
            <p:ph type="sldNum" sz="quarter" idx="5"/>
          </p:nvPr>
        </p:nvSpPr>
        <p:spPr/>
        <p:txBody>
          <a:bodyPr/>
          <a:lstStyle/>
          <a:p>
            <a:fld id="{03A89F57-45E9-42E2-BB19-B9EA756B2BFB}" type="slidenum">
              <a:rPr lang="en-US" smtClean="0"/>
              <a:t>3</a:t>
            </a:fld>
            <a:endParaRPr lang="en-US"/>
          </a:p>
        </p:txBody>
      </p:sp>
    </p:spTree>
    <p:extLst>
      <p:ext uri="{BB962C8B-B14F-4D97-AF65-F5344CB8AC3E}">
        <p14:creationId xmlns:p14="http://schemas.microsoft.com/office/powerpoint/2010/main" val="2908325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Immediately after selection of language, selection of service pops-up</a:t>
            </a:r>
          </a:p>
          <a:p>
            <a:pPr marL="228600" indent="-228600">
              <a:buAutoNum type="arabicParenR"/>
            </a:pPr>
            <a:r>
              <a:rPr lang="en-US" dirty="0"/>
              <a:t>Different Departments currently available via </a:t>
            </a:r>
            <a:r>
              <a:rPr lang="en-US" dirty="0" err="1"/>
              <a:t>whatsapp</a:t>
            </a:r>
            <a:r>
              <a:rPr lang="en-US" dirty="0"/>
              <a:t>  services displayed  as a scroll-down menu</a:t>
            </a:r>
          </a:p>
          <a:p>
            <a:pPr marL="228600" indent="-228600">
              <a:buAutoNum type="arabicParenR"/>
            </a:pPr>
            <a:r>
              <a:rPr lang="en-US" dirty="0"/>
              <a:t>After selection of a particular department, total services available online in that departments gets dropped down.</a:t>
            </a:r>
          </a:p>
          <a:p>
            <a:pPr marL="228600" indent="-228600">
              <a:buAutoNum type="arabicParenR"/>
            </a:pPr>
            <a:r>
              <a:rPr lang="en-US" dirty="0"/>
              <a:t>Selection of service and submission with required prerequisite can be done by citizen itself</a:t>
            </a:r>
          </a:p>
        </p:txBody>
      </p:sp>
      <p:sp>
        <p:nvSpPr>
          <p:cNvPr id="4" name="Slide Number Placeholder 3"/>
          <p:cNvSpPr>
            <a:spLocks noGrp="1"/>
          </p:cNvSpPr>
          <p:nvPr>
            <p:ph type="sldNum" sz="quarter" idx="5"/>
          </p:nvPr>
        </p:nvSpPr>
        <p:spPr/>
        <p:txBody>
          <a:bodyPr/>
          <a:lstStyle/>
          <a:p>
            <a:fld id="{03A89F57-45E9-42E2-BB19-B9EA756B2BFB}" type="slidenum">
              <a:rPr lang="en-US" smtClean="0"/>
              <a:t>4</a:t>
            </a:fld>
            <a:endParaRPr lang="en-US"/>
          </a:p>
        </p:txBody>
      </p:sp>
    </p:spTree>
    <p:extLst>
      <p:ext uri="{BB962C8B-B14F-4D97-AF65-F5344CB8AC3E}">
        <p14:creationId xmlns:p14="http://schemas.microsoft.com/office/powerpoint/2010/main" val="2688647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a:t>
            </a:r>
            <a:r>
              <a:rPr lang="en-US" dirty="0" err="1"/>
              <a:t>impotant</a:t>
            </a:r>
            <a:r>
              <a:rPr lang="en-US" dirty="0"/>
              <a:t> part of the analysis is KPI’s. This slide discusses about what are we going to </a:t>
            </a:r>
            <a:r>
              <a:rPr lang="en-US" dirty="0" err="1"/>
              <a:t>analyse</a:t>
            </a:r>
            <a:r>
              <a:rPr lang="en-US" dirty="0"/>
              <a:t> in the coming slides. </a:t>
            </a:r>
          </a:p>
        </p:txBody>
      </p:sp>
      <p:sp>
        <p:nvSpPr>
          <p:cNvPr id="4" name="Slide Number Placeholder 3"/>
          <p:cNvSpPr>
            <a:spLocks noGrp="1"/>
          </p:cNvSpPr>
          <p:nvPr>
            <p:ph type="sldNum" sz="quarter" idx="5"/>
          </p:nvPr>
        </p:nvSpPr>
        <p:spPr/>
        <p:txBody>
          <a:bodyPr/>
          <a:lstStyle/>
          <a:p>
            <a:fld id="{03A89F57-45E9-42E2-BB19-B9EA756B2BFB}" type="slidenum">
              <a:rPr lang="en-US" smtClean="0"/>
              <a:t>5</a:t>
            </a:fld>
            <a:endParaRPr lang="en-US"/>
          </a:p>
        </p:txBody>
      </p:sp>
    </p:spTree>
    <p:extLst>
      <p:ext uri="{BB962C8B-B14F-4D97-AF65-F5344CB8AC3E}">
        <p14:creationId xmlns:p14="http://schemas.microsoft.com/office/powerpoint/2010/main" val="4159336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Data Analysis,  Data collected from Portal : vswsonline.ap.gov.in. The portal is used for service delivery from 3-4 years till date. Upgradation of services from AP Seva to </a:t>
            </a:r>
            <a:r>
              <a:rPr lang="en-US" dirty="0" err="1"/>
              <a:t>Whatsapp</a:t>
            </a:r>
            <a:r>
              <a:rPr lang="en-US" dirty="0"/>
              <a:t> is the main theme of this Project</a:t>
            </a:r>
          </a:p>
        </p:txBody>
      </p:sp>
      <p:sp>
        <p:nvSpPr>
          <p:cNvPr id="4" name="Slide Number Placeholder 3"/>
          <p:cNvSpPr>
            <a:spLocks noGrp="1"/>
          </p:cNvSpPr>
          <p:nvPr>
            <p:ph type="sldNum" sz="quarter" idx="5"/>
          </p:nvPr>
        </p:nvSpPr>
        <p:spPr/>
        <p:txBody>
          <a:bodyPr/>
          <a:lstStyle/>
          <a:p>
            <a:fld id="{03A89F57-45E9-42E2-BB19-B9EA756B2BFB}" type="slidenum">
              <a:rPr lang="en-US" smtClean="0"/>
              <a:t>6</a:t>
            </a:fld>
            <a:endParaRPr lang="en-US"/>
          </a:p>
        </p:txBody>
      </p:sp>
    </p:spTree>
    <p:extLst>
      <p:ext uri="{BB962C8B-B14F-4D97-AF65-F5344CB8AC3E}">
        <p14:creationId xmlns:p14="http://schemas.microsoft.com/office/powerpoint/2010/main" val="2904776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can see here, there are different services delivered for different departments using portal. This is the data source for our current analysis. By collecting data from different Dashboards current analysis of citizen services  in the period of Oct 2019 to march2025 done</a:t>
            </a:r>
          </a:p>
        </p:txBody>
      </p:sp>
      <p:sp>
        <p:nvSpPr>
          <p:cNvPr id="4" name="Slide Number Placeholder 3"/>
          <p:cNvSpPr>
            <a:spLocks noGrp="1"/>
          </p:cNvSpPr>
          <p:nvPr>
            <p:ph type="sldNum" sz="quarter" idx="5"/>
          </p:nvPr>
        </p:nvSpPr>
        <p:spPr/>
        <p:txBody>
          <a:bodyPr/>
          <a:lstStyle/>
          <a:p>
            <a:fld id="{03A89F57-45E9-42E2-BB19-B9EA756B2BFB}" type="slidenum">
              <a:rPr lang="en-US" smtClean="0"/>
              <a:t>7</a:t>
            </a:fld>
            <a:endParaRPr lang="en-US"/>
          </a:p>
        </p:txBody>
      </p:sp>
    </p:spTree>
    <p:extLst>
      <p:ext uri="{BB962C8B-B14F-4D97-AF65-F5344CB8AC3E}">
        <p14:creationId xmlns:p14="http://schemas.microsoft.com/office/powerpoint/2010/main" val="202707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can see AP SEVA services dashboard and the total service requests raised from APSEVA inception</a:t>
            </a:r>
          </a:p>
        </p:txBody>
      </p:sp>
      <p:sp>
        <p:nvSpPr>
          <p:cNvPr id="4" name="Slide Number Placeholder 3"/>
          <p:cNvSpPr>
            <a:spLocks noGrp="1"/>
          </p:cNvSpPr>
          <p:nvPr>
            <p:ph type="sldNum" sz="quarter" idx="5"/>
          </p:nvPr>
        </p:nvSpPr>
        <p:spPr/>
        <p:txBody>
          <a:bodyPr/>
          <a:lstStyle/>
          <a:p>
            <a:fld id="{03A89F57-45E9-42E2-BB19-B9EA756B2BFB}" type="slidenum">
              <a:rPr lang="en-US" smtClean="0"/>
              <a:t>8</a:t>
            </a:fld>
            <a:endParaRPr lang="en-US"/>
          </a:p>
        </p:txBody>
      </p:sp>
    </p:spTree>
    <p:extLst>
      <p:ext uri="{BB962C8B-B14F-4D97-AF65-F5344CB8AC3E}">
        <p14:creationId xmlns:p14="http://schemas.microsoft.com/office/powerpoint/2010/main" val="2842947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Service requests generated using APSEVA Portal from different districts, Total Revenue generated with the service requests, Revenue reconciliation and zero amount service requests which implies free services ( </a:t>
            </a:r>
            <a:r>
              <a:rPr lang="en-US" dirty="0" err="1"/>
              <a:t>eg</a:t>
            </a:r>
            <a:r>
              <a:rPr lang="en-US" dirty="0"/>
              <a:t>: pensions, job </a:t>
            </a:r>
            <a:r>
              <a:rPr lang="en-US" dirty="0" err="1"/>
              <a:t>enrollment,surakhsa</a:t>
            </a:r>
            <a:r>
              <a:rPr lang="en-US" dirty="0"/>
              <a:t> token registrations)</a:t>
            </a:r>
          </a:p>
        </p:txBody>
      </p:sp>
      <p:sp>
        <p:nvSpPr>
          <p:cNvPr id="4" name="Slide Number Placeholder 3"/>
          <p:cNvSpPr>
            <a:spLocks noGrp="1"/>
          </p:cNvSpPr>
          <p:nvPr>
            <p:ph type="sldNum" sz="quarter" idx="5"/>
          </p:nvPr>
        </p:nvSpPr>
        <p:spPr/>
        <p:txBody>
          <a:bodyPr/>
          <a:lstStyle/>
          <a:p>
            <a:fld id="{03A89F57-45E9-42E2-BB19-B9EA756B2BFB}" type="slidenum">
              <a:rPr lang="en-US" smtClean="0"/>
              <a:t>9</a:t>
            </a:fld>
            <a:endParaRPr lang="en-US"/>
          </a:p>
        </p:txBody>
      </p:sp>
    </p:spTree>
    <p:extLst>
      <p:ext uri="{BB962C8B-B14F-4D97-AF65-F5344CB8AC3E}">
        <p14:creationId xmlns:p14="http://schemas.microsoft.com/office/powerpoint/2010/main" val="1887205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Present slide illustrates Districts with service requests and revenue generated. Here we can observe that, district with maximum no of services generated(Prakasam with 6.37% ) is not district with maximum revenue generation(West Godavari). Which implies that, Services generated is not directly proportional to Revenue Generation. This could be better understandable with comparisons. Let’s compare these in the coming slides</a:t>
            </a:r>
          </a:p>
        </p:txBody>
      </p:sp>
      <p:sp>
        <p:nvSpPr>
          <p:cNvPr id="4" name="Slide Number Placeholder 3"/>
          <p:cNvSpPr>
            <a:spLocks noGrp="1"/>
          </p:cNvSpPr>
          <p:nvPr>
            <p:ph type="sldNum" sz="quarter" idx="5"/>
          </p:nvPr>
        </p:nvSpPr>
        <p:spPr/>
        <p:txBody>
          <a:bodyPr/>
          <a:lstStyle/>
          <a:p>
            <a:fld id="{03A89F57-45E9-42E2-BB19-B9EA756B2BFB}" type="slidenum">
              <a:rPr lang="en-US" smtClean="0"/>
              <a:t>10</a:t>
            </a:fld>
            <a:endParaRPr lang="en-US"/>
          </a:p>
        </p:txBody>
      </p:sp>
    </p:spTree>
    <p:extLst>
      <p:ext uri="{BB962C8B-B14F-4D97-AF65-F5344CB8AC3E}">
        <p14:creationId xmlns:p14="http://schemas.microsoft.com/office/powerpoint/2010/main" val="1950131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 can observe the Top 10 districts in terms of services as well as revenue </a:t>
            </a:r>
            <a:r>
              <a:rPr lang="en-US" dirty="0" err="1"/>
              <a:t>generation.Although</a:t>
            </a:r>
            <a:r>
              <a:rPr lang="en-US" dirty="0"/>
              <a:t> the secretariat topped in service generation (</a:t>
            </a:r>
            <a:r>
              <a:rPr lang="en-US" dirty="0" err="1"/>
              <a:t>Dr.B.R.Ambedkar</a:t>
            </a:r>
            <a:r>
              <a:rPr lang="en-US" dirty="0"/>
              <a:t> </a:t>
            </a:r>
            <a:r>
              <a:rPr lang="en-US" dirty="0" err="1"/>
              <a:t>Konaseema</a:t>
            </a:r>
            <a:r>
              <a:rPr lang="en-US" dirty="0"/>
              <a:t>, </a:t>
            </a:r>
            <a:r>
              <a:rPr lang="en-US" dirty="0" err="1"/>
              <a:t>Mummidivaram</a:t>
            </a:r>
            <a:r>
              <a:rPr lang="en-US" dirty="0"/>
              <a:t>-R, TANELANKA) with 54563 requests but the district is not in Top 10 of service generation. Gross average of all the secretariats reduced it’s merit. Similarly all the secretariats which topped in service requests didn’t top revenue generation and vice versa. This indicates </a:t>
            </a:r>
            <a:r>
              <a:rPr lang="en-US" dirty="0" err="1"/>
              <a:t>concerntration</a:t>
            </a:r>
            <a:r>
              <a:rPr lang="en-US" dirty="0"/>
              <a:t> of services with maximum revenue generation is the need of the hour.</a:t>
            </a:r>
          </a:p>
        </p:txBody>
      </p:sp>
      <p:sp>
        <p:nvSpPr>
          <p:cNvPr id="4" name="Slide Number Placeholder 3"/>
          <p:cNvSpPr>
            <a:spLocks noGrp="1"/>
          </p:cNvSpPr>
          <p:nvPr>
            <p:ph type="sldNum" sz="quarter" idx="5"/>
          </p:nvPr>
        </p:nvSpPr>
        <p:spPr/>
        <p:txBody>
          <a:bodyPr/>
          <a:lstStyle/>
          <a:p>
            <a:fld id="{03A89F57-45E9-42E2-BB19-B9EA756B2BFB}" type="slidenum">
              <a:rPr lang="en-US" smtClean="0"/>
              <a:t>11</a:t>
            </a:fld>
            <a:endParaRPr lang="en-US"/>
          </a:p>
        </p:txBody>
      </p:sp>
    </p:spTree>
    <p:extLst>
      <p:ext uri="{BB962C8B-B14F-4D97-AF65-F5344CB8AC3E}">
        <p14:creationId xmlns:p14="http://schemas.microsoft.com/office/powerpoint/2010/main" val="4027036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can see the service requests generation, approval and rejection ratio for AP Seva as well as </a:t>
            </a:r>
            <a:r>
              <a:rPr lang="en-US" dirty="0" err="1"/>
              <a:t>Whatsapp</a:t>
            </a:r>
            <a:r>
              <a:rPr lang="en-US" dirty="0"/>
              <a:t> services. Services applied via AP Seva has maximum approval ratio compared to services applied via </a:t>
            </a:r>
            <a:r>
              <a:rPr lang="en-US" dirty="0" err="1"/>
              <a:t>whatsapp</a:t>
            </a:r>
            <a:r>
              <a:rPr lang="en-US" dirty="0"/>
              <a:t>. The reason could be wrong uploading of documents in </a:t>
            </a:r>
            <a:r>
              <a:rPr lang="en-US" dirty="0" err="1"/>
              <a:t>whatsapp</a:t>
            </a:r>
            <a:r>
              <a:rPr lang="en-US" dirty="0"/>
              <a:t> services, uploading blurred documents, wrong format uploading and many other cases. It is observed that, Top 10 services comes under Revenue, Electricity bill payments, Civil Supplies and Aadhar. So, these are the areas to be concentrated in WhatsApp services</a:t>
            </a:r>
          </a:p>
        </p:txBody>
      </p:sp>
      <p:sp>
        <p:nvSpPr>
          <p:cNvPr id="4" name="Slide Number Placeholder 3"/>
          <p:cNvSpPr>
            <a:spLocks noGrp="1"/>
          </p:cNvSpPr>
          <p:nvPr>
            <p:ph type="sldNum" sz="quarter" idx="5"/>
          </p:nvPr>
        </p:nvSpPr>
        <p:spPr/>
        <p:txBody>
          <a:bodyPr/>
          <a:lstStyle/>
          <a:p>
            <a:fld id="{03A89F57-45E9-42E2-BB19-B9EA756B2BFB}" type="slidenum">
              <a:rPr lang="en-US" smtClean="0"/>
              <a:t>12</a:t>
            </a:fld>
            <a:endParaRPr lang="en-US"/>
          </a:p>
        </p:txBody>
      </p:sp>
    </p:spTree>
    <p:extLst>
      <p:ext uri="{BB962C8B-B14F-4D97-AF65-F5344CB8AC3E}">
        <p14:creationId xmlns:p14="http://schemas.microsoft.com/office/powerpoint/2010/main" val="1097629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number of Departments with online services are 34 and these 34 departments provide 444 services, out of which maximum number of 130+ services comes under revenue, followed by energy-49 , health medical and family welfare-15, civil supplies -10,registration and stamps-13, Fisheries-11, SERP-11, GSWS-7and number of departments</a:t>
            </a:r>
          </a:p>
        </p:txBody>
      </p:sp>
      <p:sp>
        <p:nvSpPr>
          <p:cNvPr id="4" name="Slide Number Placeholder 3"/>
          <p:cNvSpPr>
            <a:spLocks noGrp="1"/>
          </p:cNvSpPr>
          <p:nvPr>
            <p:ph type="sldNum" sz="quarter" idx="5"/>
          </p:nvPr>
        </p:nvSpPr>
        <p:spPr/>
        <p:txBody>
          <a:bodyPr/>
          <a:lstStyle/>
          <a:p>
            <a:fld id="{03A89F57-45E9-42E2-BB19-B9EA756B2BFB}" type="slidenum">
              <a:rPr lang="en-US" smtClean="0"/>
              <a:t>13</a:t>
            </a:fld>
            <a:endParaRPr lang="en-US"/>
          </a:p>
        </p:txBody>
      </p:sp>
    </p:spTree>
    <p:extLst>
      <p:ext uri="{BB962C8B-B14F-4D97-AF65-F5344CB8AC3E}">
        <p14:creationId xmlns:p14="http://schemas.microsoft.com/office/powerpoint/2010/main" val="1429582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services with maximum revenue generation are Electricity bill payments contributing to 50%, followed by tax payments and caste, income certificates, New energy meter connections. Mostly used are above 10 services. Therefore, It is recommended to compulsory add these services in </a:t>
            </a:r>
            <a:r>
              <a:rPr lang="en-US" dirty="0" err="1"/>
              <a:t>whatsapp</a:t>
            </a:r>
            <a:r>
              <a:rPr lang="en-US" dirty="0"/>
              <a:t> for successful adoption and penetration of </a:t>
            </a:r>
            <a:r>
              <a:rPr lang="en-US" dirty="0" err="1"/>
              <a:t>whatsapp</a:t>
            </a:r>
            <a:r>
              <a:rPr lang="en-US" dirty="0"/>
              <a:t> into the public</a:t>
            </a:r>
          </a:p>
        </p:txBody>
      </p:sp>
      <p:sp>
        <p:nvSpPr>
          <p:cNvPr id="4" name="Slide Number Placeholder 3"/>
          <p:cNvSpPr>
            <a:spLocks noGrp="1"/>
          </p:cNvSpPr>
          <p:nvPr>
            <p:ph type="sldNum" sz="quarter" idx="5"/>
          </p:nvPr>
        </p:nvSpPr>
        <p:spPr/>
        <p:txBody>
          <a:bodyPr/>
          <a:lstStyle/>
          <a:p>
            <a:fld id="{03A89F57-45E9-42E2-BB19-B9EA756B2BFB}" type="slidenum">
              <a:rPr lang="en-US" smtClean="0"/>
              <a:t>14</a:t>
            </a:fld>
            <a:endParaRPr lang="en-US"/>
          </a:p>
        </p:txBody>
      </p:sp>
    </p:spTree>
    <p:extLst>
      <p:ext uri="{BB962C8B-B14F-4D97-AF65-F5344CB8AC3E}">
        <p14:creationId xmlns:p14="http://schemas.microsoft.com/office/powerpoint/2010/main" val="1074102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its roll out , citizen started using for variety of services but mostly used services of </a:t>
            </a:r>
            <a:r>
              <a:rPr lang="en-US" dirty="0" err="1"/>
              <a:t>whatsapp</a:t>
            </a:r>
            <a:r>
              <a:rPr lang="en-US" dirty="0"/>
              <a:t> in AP State are ..For successful adoption of </a:t>
            </a:r>
            <a:r>
              <a:rPr lang="en-US" dirty="0" err="1"/>
              <a:t>whatsapp</a:t>
            </a:r>
            <a:r>
              <a:rPr lang="en-US" dirty="0"/>
              <a:t> as a service platform to public the services which are mostly useful by them on daily basis should be made available in easy and hassle free manner for citizen to use it</a:t>
            </a:r>
          </a:p>
        </p:txBody>
      </p:sp>
      <p:sp>
        <p:nvSpPr>
          <p:cNvPr id="4" name="Slide Number Placeholder 3"/>
          <p:cNvSpPr>
            <a:spLocks noGrp="1"/>
          </p:cNvSpPr>
          <p:nvPr>
            <p:ph type="sldNum" sz="quarter" idx="5"/>
          </p:nvPr>
        </p:nvSpPr>
        <p:spPr/>
        <p:txBody>
          <a:bodyPr/>
          <a:lstStyle/>
          <a:p>
            <a:fld id="{03A89F57-45E9-42E2-BB19-B9EA756B2BFB}" type="slidenum">
              <a:rPr lang="en-US" smtClean="0"/>
              <a:t>15</a:t>
            </a:fld>
            <a:endParaRPr lang="en-US"/>
          </a:p>
        </p:txBody>
      </p:sp>
    </p:spTree>
    <p:extLst>
      <p:ext uri="{BB962C8B-B14F-4D97-AF65-F5344CB8AC3E}">
        <p14:creationId xmlns:p14="http://schemas.microsoft.com/office/powerpoint/2010/main" val="1157885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7C605-6B1F-EA4F-93A2-5F96AA3F83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F527F0-CAC1-0D0F-36A8-C280C4E09A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7D34C8-CB77-CDE1-8B9C-AC6D9EC6F9F1}"/>
              </a:ext>
            </a:extLst>
          </p:cNvPr>
          <p:cNvSpPr>
            <a:spLocks noGrp="1"/>
          </p:cNvSpPr>
          <p:nvPr>
            <p:ph type="dt" sz="half" idx="10"/>
          </p:nvPr>
        </p:nvSpPr>
        <p:spPr/>
        <p:txBody>
          <a:bodyPr/>
          <a:lstStyle/>
          <a:p>
            <a:fld id="{35210B20-6D0C-4A93-B97F-ED08A4BF9947}" type="datetime1">
              <a:rPr lang="en-US" smtClean="0"/>
              <a:t>9/21/2025</a:t>
            </a:fld>
            <a:endParaRPr lang="en-US"/>
          </a:p>
        </p:txBody>
      </p:sp>
      <p:sp>
        <p:nvSpPr>
          <p:cNvPr id="5" name="Footer Placeholder 4">
            <a:extLst>
              <a:ext uri="{FF2B5EF4-FFF2-40B4-BE49-F238E27FC236}">
                <a16:creationId xmlns:a16="http://schemas.microsoft.com/office/drawing/2014/main" id="{64F9820C-28FA-AC30-25F5-91C96E1D88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51F6DB-2954-B3E5-2212-AAE287AA50B2}"/>
              </a:ext>
            </a:extLst>
          </p:cNvPr>
          <p:cNvSpPr>
            <a:spLocks noGrp="1"/>
          </p:cNvSpPr>
          <p:nvPr>
            <p:ph type="sldNum" sz="quarter" idx="12"/>
          </p:nvPr>
        </p:nvSpPr>
        <p:spPr/>
        <p:txBody>
          <a:bodyPr/>
          <a:lstStyle/>
          <a:p>
            <a:fld id="{8F624889-2E4B-4E14-813C-B9A919123AA5}" type="slidenum">
              <a:rPr lang="en-US" smtClean="0"/>
              <a:t>‹#›</a:t>
            </a:fld>
            <a:endParaRPr lang="en-US"/>
          </a:p>
        </p:txBody>
      </p:sp>
    </p:spTree>
    <p:extLst>
      <p:ext uri="{BB962C8B-B14F-4D97-AF65-F5344CB8AC3E}">
        <p14:creationId xmlns:p14="http://schemas.microsoft.com/office/powerpoint/2010/main" val="753119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99E07-5E4C-036A-E3A3-158743A50F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5F29E8-DAE4-B883-01A0-A74A3FD6EE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3A90D-804B-839B-7400-D663F213F7B3}"/>
              </a:ext>
            </a:extLst>
          </p:cNvPr>
          <p:cNvSpPr>
            <a:spLocks noGrp="1"/>
          </p:cNvSpPr>
          <p:nvPr>
            <p:ph type="dt" sz="half" idx="10"/>
          </p:nvPr>
        </p:nvSpPr>
        <p:spPr/>
        <p:txBody>
          <a:bodyPr/>
          <a:lstStyle/>
          <a:p>
            <a:fld id="{8909F444-4AAF-428F-A6C1-F44393BC36D0}" type="datetime1">
              <a:rPr lang="en-US" smtClean="0"/>
              <a:t>9/21/2025</a:t>
            </a:fld>
            <a:endParaRPr lang="en-US"/>
          </a:p>
        </p:txBody>
      </p:sp>
      <p:sp>
        <p:nvSpPr>
          <p:cNvPr id="5" name="Footer Placeholder 4">
            <a:extLst>
              <a:ext uri="{FF2B5EF4-FFF2-40B4-BE49-F238E27FC236}">
                <a16:creationId xmlns:a16="http://schemas.microsoft.com/office/drawing/2014/main" id="{47600D01-C2EB-8560-E7CE-ACB585BD5B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546CF8-B2E3-5E6B-2341-F66546004D81}"/>
              </a:ext>
            </a:extLst>
          </p:cNvPr>
          <p:cNvSpPr>
            <a:spLocks noGrp="1"/>
          </p:cNvSpPr>
          <p:nvPr>
            <p:ph type="sldNum" sz="quarter" idx="12"/>
          </p:nvPr>
        </p:nvSpPr>
        <p:spPr/>
        <p:txBody>
          <a:bodyPr/>
          <a:lstStyle/>
          <a:p>
            <a:fld id="{8F624889-2E4B-4E14-813C-B9A919123AA5}" type="slidenum">
              <a:rPr lang="en-US" smtClean="0"/>
              <a:t>‹#›</a:t>
            </a:fld>
            <a:endParaRPr lang="en-US"/>
          </a:p>
        </p:txBody>
      </p:sp>
    </p:spTree>
    <p:extLst>
      <p:ext uri="{BB962C8B-B14F-4D97-AF65-F5344CB8AC3E}">
        <p14:creationId xmlns:p14="http://schemas.microsoft.com/office/powerpoint/2010/main" val="901093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D1C66-6D52-865C-7104-15C42B4101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4DBDC8-B997-58D1-EACA-3043F116C2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C4018E-DD32-A1DB-6D99-764B08846EA9}"/>
              </a:ext>
            </a:extLst>
          </p:cNvPr>
          <p:cNvSpPr>
            <a:spLocks noGrp="1"/>
          </p:cNvSpPr>
          <p:nvPr>
            <p:ph type="dt" sz="half" idx="10"/>
          </p:nvPr>
        </p:nvSpPr>
        <p:spPr/>
        <p:txBody>
          <a:bodyPr/>
          <a:lstStyle/>
          <a:p>
            <a:fld id="{B339E3E5-22FF-4875-868C-257C92D9E56F}" type="datetime1">
              <a:rPr lang="en-US" smtClean="0"/>
              <a:t>9/21/2025</a:t>
            </a:fld>
            <a:endParaRPr lang="en-US"/>
          </a:p>
        </p:txBody>
      </p:sp>
      <p:sp>
        <p:nvSpPr>
          <p:cNvPr id="5" name="Footer Placeholder 4">
            <a:extLst>
              <a:ext uri="{FF2B5EF4-FFF2-40B4-BE49-F238E27FC236}">
                <a16:creationId xmlns:a16="http://schemas.microsoft.com/office/drawing/2014/main" id="{F04B7C81-3D30-47DF-FBE0-25FBFBE598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24D0F6-0312-F54F-8BBF-2F501029C636}"/>
              </a:ext>
            </a:extLst>
          </p:cNvPr>
          <p:cNvSpPr>
            <a:spLocks noGrp="1"/>
          </p:cNvSpPr>
          <p:nvPr>
            <p:ph type="sldNum" sz="quarter" idx="12"/>
          </p:nvPr>
        </p:nvSpPr>
        <p:spPr/>
        <p:txBody>
          <a:bodyPr/>
          <a:lstStyle/>
          <a:p>
            <a:fld id="{8F624889-2E4B-4E14-813C-B9A919123AA5}" type="slidenum">
              <a:rPr lang="en-US" smtClean="0"/>
              <a:t>‹#›</a:t>
            </a:fld>
            <a:endParaRPr lang="en-US"/>
          </a:p>
        </p:txBody>
      </p:sp>
    </p:spTree>
    <p:extLst>
      <p:ext uri="{BB962C8B-B14F-4D97-AF65-F5344CB8AC3E}">
        <p14:creationId xmlns:p14="http://schemas.microsoft.com/office/powerpoint/2010/main" val="1476385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106F8-D44E-BEE5-9B38-76F79334A6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FA0D52-1FD9-498C-6913-8AEFEE9233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818F9F-A7AE-9384-940B-E0EB80CE7D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75950E-ECDC-720C-74BC-E7ECA1D929C4}"/>
              </a:ext>
            </a:extLst>
          </p:cNvPr>
          <p:cNvSpPr>
            <a:spLocks noGrp="1"/>
          </p:cNvSpPr>
          <p:nvPr>
            <p:ph type="dt" sz="half" idx="10"/>
          </p:nvPr>
        </p:nvSpPr>
        <p:spPr/>
        <p:txBody>
          <a:bodyPr/>
          <a:lstStyle/>
          <a:p>
            <a:fld id="{06258824-F1D8-484E-B420-0EB5B7ABE3AB}" type="datetime1">
              <a:rPr lang="en-US" smtClean="0"/>
              <a:t>9/21/2025</a:t>
            </a:fld>
            <a:endParaRPr lang="en-US"/>
          </a:p>
        </p:txBody>
      </p:sp>
      <p:sp>
        <p:nvSpPr>
          <p:cNvPr id="6" name="Footer Placeholder 5">
            <a:extLst>
              <a:ext uri="{FF2B5EF4-FFF2-40B4-BE49-F238E27FC236}">
                <a16:creationId xmlns:a16="http://schemas.microsoft.com/office/drawing/2014/main" id="{AF399436-249B-324B-0CA5-7C0B2F86B7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07B6B1-2A3C-0077-27AE-E65A5CA8E0AC}"/>
              </a:ext>
            </a:extLst>
          </p:cNvPr>
          <p:cNvSpPr>
            <a:spLocks noGrp="1"/>
          </p:cNvSpPr>
          <p:nvPr>
            <p:ph type="sldNum" sz="quarter" idx="12"/>
          </p:nvPr>
        </p:nvSpPr>
        <p:spPr/>
        <p:txBody>
          <a:bodyPr/>
          <a:lstStyle/>
          <a:p>
            <a:fld id="{8F624889-2E4B-4E14-813C-B9A919123AA5}" type="slidenum">
              <a:rPr lang="en-US" smtClean="0"/>
              <a:t>‹#›</a:t>
            </a:fld>
            <a:endParaRPr lang="en-US"/>
          </a:p>
        </p:txBody>
      </p:sp>
    </p:spTree>
    <p:extLst>
      <p:ext uri="{BB962C8B-B14F-4D97-AF65-F5344CB8AC3E}">
        <p14:creationId xmlns:p14="http://schemas.microsoft.com/office/powerpoint/2010/main" val="3007440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28E98-38FB-993E-88D8-04B3A012FA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331363-0BBC-1DCC-7BAE-9B3E79F200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7589FF-5F34-6106-B88F-CD1847D239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68E5B6-164A-DFC4-CDD5-F3F42CBD77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13D908-00DE-DCDE-2767-A665199E28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A84EC2-B4A9-2C1E-83DA-8C735EEBF4E1}"/>
              </a:ext>
            </a:extLst>
          </p:cNvPr>
          <p:cNvSpPr>
            <a:spLocks noGrp="1"/>
          </p:cNvSpPr>
          <p:nvPr>
            <p:ph type="dt" sz="half" idx="10"/>
          </p:nvPr>
        </p:nvSpPr>
        <p:spPr/>
        <p:txBody>
          <a:bodyPr/>
          <a:lstStyle/>
          <a:p>
            <a:fld id="{695AA27F-4C1A-4BED-A275-AD691F14FC87}" type="datetime1">
              <a:rPr lang="en-US" smtClean="0"/>
              <a:t>9/21/2025</a:t>
            </a:fld>
            <a:endParaRPr lang="en-US"/>
          </a:p>
        </p:txBody>
      </p:sp>
      <p:sp>
        <p:nvSpPr>
          <p:cNvPr id="8" name="Footer Placeholder 7">
            <a:extLst>
              <a:ext uri="{FF2B5EF4-FFF2-40B4-BE49-F238E27FC236}">
                <a16:creationId xmlns:a16="http://schemas.microsoft.com/office/drawing/2014/main" id="{E56EB1F8-4353-B348-ACFF-4272866180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E17D48-A9C3-D93F-486E-6AB0508E2FCB}"/>
              </a:ext>
            </a:extLst>
          </p:cNvPr>
          <p:cNvSpPr>
            <a:spLocks noGrp="1"/>
          </p:cNvSpPr>
          <p:nvPr>
            <p:ph type="sldNum" sz="quarter" idx="12"/>
          </p:nvPr>
        </p:nvSpPr>
        <p:spPr/>
        <p:txBody>
          <a:bodyPr/>
          <a:lstStyle/>
          <a:p>
            <a:fld id="{8F624889-2E4B-4E14-813C-B9A919123AA5}" type="slidenum">
              <a:rPr lang="en-US" smtClean="0"/>
              <a:t>‹#›</a:t>
            </a:fld>
            <a:endParaRPr lang="en-US"/>
          </a:p>
        </p:txBody>
      </p:sp>
    </p:spTree>
    <p:extLst>
      <p:ext uri="{BB962C8B-B14F-4D97-AF65-F5344CB8AC3E}">
        <p14:creationId xmlns:p14="http://schemas.microsoft.com/office/powerpoint/2010/main" val="1954245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DD488-81E9-97DB-75DF-4E4A7DCFE6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AB740E-504D-A0B9-EAFA-A713F79EF9E1}"/>
              </a:ext>
            </a:extLst>
          </p:cNvPr>
          <p:cNvSpPr>
            <a:spLocks noGrp="1"/>
          </p:cNvSpPr>
          <p:nvPr>
            <p:ph type="dt" sz="half" idx="10"/>
          </p:nvPr>
        </p:nvSpPr>
        <p:spPr/>
        <p:txBody>
          <a:bodyPr/>
          <a:lstStyle/>
          <a:p>
            <a:fld id="{DD922825-8DB6-48F5-9D8C-422E0CFF0555}" type="datetime1">
              <a:rPr lang="en-US" smtClean="0"/>
              <a:t>9/21/2025</a:t>
            </a:fld>
            <a:endParaRPr lang="en-US"/>
          </a:p>
        </p:txBody>
      </p:sp>
      <p:sp>
        <p:nvSpPr>
          <p:cNvPr id="4" name="Footer Placeholder 3">
            <a:extLst>
              <a:ext uri="{FF2B5EF4-FFF2-40B4-BE49-F238E27FC236}">
                <a16:creationId xmlns:a16="http://schemas.microsoft.com/office/drawing/2014/main" id="{11FD7C2E-50B4-3B9C-25A1-7128C0A57D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4F8D02-6F8F-3C9F-6EBE-9039A0AA8505}"/>
              </a:ext>
            </a:extLst>
          </p:cNvPr>
          <p:cNvSpPr>
            <a:spLocks noGrp="1"/>
          </p:cNvSpPr>
          <p:nvPr>
            <p:ph type="sldNum" sz="quarter" idx="12"/>
          </p:nvPr>
        </p:nvSpPr>
        <p:spPr/>
        <p:txBody>
          <a:bodyPr/>
          <a:lstStyle/>
          <a:p>
            <a:fld id="{8F624889-2E4B-4E14-813C-B9A919123AA5}" type="slidenum">
              <a:rPr lang="en-US" smtClean="0"/>
              <a:t>‹#›</a:t>
            </a:fld>
            <a:endParaRPr lang="en-US"/>
          </a:p>
        </p:txBody>
      </p:sp>
    </p:spTree>
    <p:extLst>
      <p:ext uri="{BB962C8B-B14F-4D97-AF65-F5344CB8AC3E}">
        <p14:creationId xmlns:p14="http://schemas.microsoft.com/office/powerpoint/2010/main" val="3649330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E5F78A-DEB7-25CA-CE62-D3370387B7C7}"/>
              </a:ext>
            </a:extLst>
          </p:cNvPr>
          <p:cNvSpPr>
            <a:spLocks noGrp="1"/>
          </p:cNvSpPr>
          <p:nvPr>
            <p:ph type="dt" sz="half" idx="10"/>
          </p:nvPr>
        </p:nvSpPr>
        <p:spPr/>
        <p:txBody>
          <a:bodyPr/>
          <a:lstStyle/>
          <a:p>
            <a:fld id="{8AC7ECD0-9B79-4458-9F9F-E2BF29C63502}" type="datetime1">
              <a:rPr lang="en-US" smtClean="0"/>
              <a:t>9/21/2025</a:t>
            </a:fld>
            <a:endParaRPr lang="en-US"/>
          </a:p>
        </p:txBody>
      </p:sp>
      <p:sp>
        <p:nvSpPr>
          <p:cNvPr id="3" name="Footer Placeholder 2">
            <a:extLst>
              <a:ext uri="{FF2B5EF4-FFF2-40B4-BE49-F238E27FC236}">
                <a16:creationId xmlns:a16="http://schemas.microsoft.com/office/drawing/2014/main" id="{848EDF10-81E0-A4E4-B2DF-CCE7FCBCD7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271D16-3A3D-7CD2-643A-F6BC9AE52B33}"/>
              </a:ext>
            </a:extLst>
          </p:cNvPr>
          <p:cNvSpPr>
            <a:spLocks noGrp="1"/>
          </p:cNvSpPr>
          <p:nvPr>
            <p:ph type="sldNum" sz="quarter" idx="12"/>
          </p:nvPr>
        </p:nvSpPr>
        <p:spPr/>
        <p:txBody>
          <a:bodyPr/>
          <a:lstStyle/>
          <a:p>
            <a:fld id="{8F624889-2E4B-4E14-813C-B9A919123AA5}" type="slidenum">
              <a:rPr lang="en-US" smtClean="0"/>
              <a:t>‹#›</a:t>
            </a:fld>
            <a:endParaRPr lang="en-US"/>
          </a:p>
        </p:txBody>
      </p:sp>
    </p:spTree>
    <p:extLst>
      <p:ext uri="{BB962C8B-B14F-4D97-AF65-F5344CB8AC3E}">
        <p14:creationId xmlns:p14="http://schemas.microsoft.com/office/powerpoint/2010/main" val="1858097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0AD80-2937-0432-E620-011927421E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12BC6D-8734-D626-733C-C3FAB93E1B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7A2C78-0ABD-0846-552F-2EECB280F0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98C6E-E7F8-C11C-EC14-410441589B98}"/>
              </a:ext>
            </a:extLst>
          </p:cNvPr>
          <p:cNvSpPr>
            <a:spLocks noGrp="1"/>
          </p:cNvSpPr>
          <p:nvPr>
            <p:ph type="dt" sz="half" idx="10"/>
          </p:nvPr>
        </p:nvSpPr>
        <p:spPr/>
        <p:txBody>
          <a:bodyPr/>
          <a:lstStyle/>
          <a:p>
            <a:fld id="{80F71577-D974-47C4-868F-7B02B8C3B6E3}" type="datetime1">
              <a:rPr lang="en-US" smtClean="0"/>
              <a:t>9/21/2025</a:t>
            </a:fld>
            <a:endParaRPr lang="en-US"/>
          </a:p>
        </p:txBody>
      </p:sp>
      <p:sp>
        <p:nvSpPr>
          <p:cNvPr id="6" name="Footer Placeholder 5">
            <a:extLst>
              <a:ext uri="{FF2B5EF4-FFF2-40B4-BE49-F238E27FC236}">
                <a16:creationId xmlns:a16="http://schemas.microsoft.com/office/drawing/2014/main" id="{05816A04-5570-4F39-8718-32D8879FCE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2699F-F463-50E2-7FD0-1171B32BED5A}"/>
              </a:ext>
            </a:extLst>
          </p:cNvPr>
          <p:cNvSpPr>
            <a:spLocks noGrp="1"/>
          </p:cNvSpPr>
          <p:nvPr>
            <p:ph type="sldNum" sz="quarter" idx="12"/>
          </p:nvPr>
        </p:nvSpPr>
        <p:spPr/>
        <p:txBody>
          <a:bodyPr/>
          <a:lstStyle/>
          <a:p>
            <a:fld id="{8F624889-2E4B-4E14-813C-B9A919123AA5}" type="slidenum">
              <a:rPr lang="en-US" smtClean="0"/>
              <a:t>‹#›</a:t>
            </a:fld>
            <a:endParaRPr lang="en-US"/>
          </a:p>
        </p:txBody>
      </p:sp>
    </p:spTree>
    <p:extLst>
      <p:ext uri="{BB962C8B-B14F-4D97-AF65-F5344CB8AC3E}">
        <p14:creationId xmlns:p14="http://schemas.microsoft.com/office/powerpoint/2010/main" val="2385386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46FD2-2854-C7E3-ADCB-22B95A8915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FF7DF8-1A5D-F789-5DE0-F30393B245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DAC1E1-1A1F-EF53-A998-C3C43C28EC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186C4E-CA54-2D02-4AAC-48BC43832702}"/>
              </a:ext>
            </a:extLst>
          </p:cNvPr>
          <p:cNvSpPr>
            <a:spLocks noGrp="1"/>
          </p:cNvSpPr>
          <p:nvPr>
            <p:ph type="dt" sz="half" idx="10"/>
          </p:nvPr>
        </p:nvSpPr>
        <p:spPr/>
        <p:txBody>
          <a:bodyPr/>
          <a:lstStyle/>
          <a:p>
            <a:fld id="{55A4B8D3-31EB-4276-A745-9807254D2834}" type="datetime1">
              <a:rPr lang="en-US" smtClean="0"/>
              <a:t>9/21/2025</a:t>
            </a:fld>
            <a:endParaRPr lang="en-US"/>
          </a:p>
        </p:txBody>
      </p:sp>
      <p:sp>
        <p:nvSpPr>
          <p:cNvPr id="6" name="Footer Placeholder 5">
            <a:extLst>
              <a:ext uri="{FF2B5EF4-FFF2-40B4-BE49-F238E27FC236}">
                <a16:creationId xmlns:a16="http://schemas.microsoft.com/office/drawing/2014/main" id="{A7352F57-E7E8-A50E-0079-3105EAB011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EDBBD7-AC23-91D6-91B4-6689A8FBB1B6}"/>
              </a:ext>
            </a:extLst>
          </p:cNvPr>
          <p:cNvSpPr>
            <a:spLocks noGrp="1"/>
          </p:cNvSpPr>
          <p:nvPr>
            <p:ph type="sldNum" sz="quarter" idx="12"/>
          </p:nvPr>
        </p:nvSpPr>
        <p:spPr/>
        <p:txBody>
          <a:bodyPr/>
          <a:lstStyle/>
          <a:p>
            <a:fld id="{8F624889-2E4B-4E14-813C-B9A919123AA5}" type="slidenum">
              <a:rPr lang="en-US" smtClean="0"/>
              <a:t>‹#›</a:t>
            </a:fld>
            <a:endParaRPr lang="en-US"/>
          </a:p>
        </p:txBody>
      </p:sp>
    </p:spTree>
    <p:extLst>
      <p:ext uri="{BB962C8B-B14F-4D97-AF65-F5344CB8AC3E}">
        <p14:creationId xmlns:p14="http://schemas.microsoft.com/office/powerpoint/2010/main" val="75791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04324-3916-FEAC-29BB-EC77C4D148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C3CF80-E2A3-5ECE-67DA-C97F07C27F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E9DC24-AA03-E509-E67B-2B65EDA7FBF0}"/>
              </a:ext>
            </a:extLst>
          </p:cNvPr>
          <p:cNvSpPr>
            <a:spLocks noGrp="1"/>
          </p:cNvSpPr>
          <p:nvPr>
            <p:ph type="dt" sz="half" idx="10"/>
          </p:nvPr>
        </p:nvSpPr>
        <p:spPr/>
        <p:txBody>
          <a:bodyPr/>
          <a:lstStyle/>
          <a:p>
            <a:fld id="{9C8567C5-F6EB-40DF-A331-1C16CCB84BE2}" type="datetime1">
              <a:rPr lang="en-US" smtClean="0"/>
              <a:t>9/21/2025</a:t>
            </a:fld>
            <a:endParaRPr lang="en-US"/>
          </a:p>
        </p:txBody>
      </p:sp>
      <p:sp>
        <p:nvSpPr>
          <p:cNvPr id="5" name="Footer Placeholder 4">
            <a:extLst>
              <a:ext uri="{FF2B5EF4-FFF2-40B4-BE49-F238E27FC236}">
                <a16:creationId xmlns:a16="http://schemas.microsoft.com/office/drawing/2014/main" id="{6D65A654-474D-660A-A711-499290310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ED369D-6847-87BA-BCCC-CE8AB0702A01}"/>
              </a:ext>
            </a:extLst>
          </p:cNvPr>
          <p:cNvSpPr>
            <a:spLocks noGrp="1"/>
          </p:cNvSpPr>
          <p:nvPr>
            <p:ph type="sldNum" sz="quarter" idx="12"/>
          </p:nvPr>
        </p:nvSpPr>
        <p:spPr/>
        <p:txBody>
          <a:bodyPr/>
          <a:lstStyle/>
          <a:p>
            <a:fld id="{8F624889-2E4B-4E14-813C-B9A919123AA5}" type="slidenum">
              <a:rPr lang="en-US" smtClean="0"/>
              <a:t>‹#›</a:t>
            </a:fld>
            <a:endParaRPr lang="en-US"/>
          </a:p>
        </p:txBody>
      </p:sp>
    </p:spTree>
    <p:extLst>
      <p:ext uri="{BB962C8B-B14F-4D97-AF65-F5344CB8AC3E}">
        <p14:creationId xmlns:p14="http://schemas.microsoft.com/office/powerpoint/2010/main" val="565884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7B38E2-5643-FAFB-40A6-3700CD279E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4232C1-0A78-2F53-F3CB-2230365D56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74E0B1-C7DC-3FF7-645C-2280633A2F01}"/>
              </a:ext>
            </a:extLst>
          </p:cNvPr>
          <p:cNvSpPr>
            <a:spLocks noGrp="1"/>
          </p:cNvSpPr>
          <p:nvPr>
            <p:ph type="dt" sz="half" idx="10"/>
          </p:nvPr>
        </p:nvSpPr>
        <p:spPr/>
        <p:txBody>
          <a:bodyPr/>
          <a:lstStyle/>
          <a:p>
            <a:fld id="{D5E8BDAA-5D7C-4736-8792-89820739F8F3}" type="datetime1">
              <a:rPr lang="en-US" smtClean="0"/>
              <a:t>9/21/2025</a:t>
            </a:fld>
            <a:endParaRPr lang="en-US"/>
          </a:p>
        </p:txBody>
      </p:sp>
      <p:sp>
        <p:nvSpPr>
          <p:cNvPr id="5" name="Footer Placeholder 4">
            <a:extLst>
              <a:ext uri="{FF2B5EF4-FFF2-40B4-BE49-F238E27FC236}">
                <a16:creationId xmlns:a16="http://schemas.microsoft.com/office/drawing/2014/main" id="{1B191897-D570-5C59-7EF1-F6A927702F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676702-38B8-A4B8-26B1-0CA52E355003}"/>
              </a:ext>
            </a:extLst>
          </p:cNvPr>
          <p:cNvSpPr>
            <a:spLocks noGrp="1"/>
          </p:cNvSpPr>
          <p:nvPr>
            <p:ph type="sldNum" sz="quarter" idx="12"/>
          </p:nvPr>
        </p:nvSpPr>
        <p:spPr/>
        <p:txBody>
          <a:bodyPr/>
          <a:lstStyle/>
          <a:p>
            <a:fld id="{8F624889-2E4B-4E14-813C-B9A919123AA5}" type="slidenum">
              <a:rPr lang="en-US" smtClean="0"/>
              <a:t>‹#›</a:t>
            </a:fld>
            <a:endParaRPr lang="en-US"/>
          </a:p>
        </p:txBody>
      </p:sp>
    </p:spTree>
    <p:extLst>
      <p:ext uri="{BB962C8B-B14F-4D97-AF65-F5344CB8AC3E}">
        <p14:creationId xmlns:p14="http://schemas.microsoft.com/office/powerpoint/2010/main" val="1466772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D95372-7576-D547-463A-0C594FD60A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6AF92C-9E63-D197-76E8-5217EB8920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84BEA3-ACC1-AD04-E60E-9648BF7C8B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2AB810-ADE3-4223-A5C1-03B61A5E3DC6}" type="datetime1">
              <a:rPr lang="en-US" smtClean="0"/>
              <a:t>9/21/2025</a:t>
            </a:fld>
            <a:endParaRPr lang="en-US"/>
          </a:p>
        </p:txBody>
      </p:sp>
      <p:sp>
        <p:nvSpPr>
          <p:cNvPr id="5" name="Footer Placeholder 4">
            <a:extLst>
              <a:ext uri="{FF2B5EF4-FFF2-40B4-BE49-F238E27FC236}">
                <a16:creationId xmlns:a16="http://schemas.microsoft.com/office/drawing/2014/main" id="{DD9586CC-8876-7C5C-0829-121673A378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F8D5C88-B0A1-EB40-96A8-11E3BCEB5E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624889-2E4B-4E14-813C-B9A919123AA5}" type="slidenum">
              <a:rPr lang="en-US" smtClean="0"/>
              <a:t>‹#›</a:t>
            </a:fld>
            <a:endParaRPr lang="en-US"/>
          </a:p>
        </p:txBody>
      </p:sp>
    </p:spTree>
    <p:extLst>
      <p:ext uri="{BB962C8B-B14F-4D97-AF65-F5344CB8AC3E}">
        <p14:creationId xmlns:p14="http://schemas.microsoft.com/office/powerpoint/2010/main" val="1306860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F764F3-B4AA-2221-CBB9-D1C6E5769F82}"/>
              </a:ext>
            </a:extLst>
          </p:cNvPr>
          <p:cNvPicPr>
            <a:picLocks noChangeAspect="1"/>
          </p:cNvPicPr>
          <p:nvPr/>
        </p:nvPicPr>
        <p:blipFill>
          <a:blip r:embed="rId3">
            <a:extLst>
              <a:ext uri="{28A0092B-C50C-407E-A947-70E740481C1C}">
                <a14:useLocalDpi xmlns:a14="http://schemas.microsoft.com/office/drawing/2010/main" val="0"/>
              </a:ext>
            </a:extLst>
          </a:blip>
          <a:srcRect t="19107"/>
          <a:stretch/>
        </p:blipFill>
        <p:spPr>
          <a:xfrm>
            <a:off x="791852" y="94268"/>
            <a:ext cx="11076494" cy="6763732"/>
          </a:xfrm>
          <a:prstGeom prst="rect">
            <a:avLst/>
          </a:prstGeom>
        </p:spPr>
      </p:pic>
      <p:sp>
        <p:nvSpPr>
          <p:cNvPr id="2" name="Date Placeholder 1">
            <a:extLst>
              <a:ext uri="{FF2B5EF4-FFF2-40B4-BE49-F238E27FC236}">
                <a16:creationId xmlns:a16="http://schemas.microsoft.com/office/drawing/2014/main" id="{0AE7F9F1-3118-09F3-7C2D-69D086B4458A}"/>
              </a:ext>
            </a:extLst>
          </p:cNvPr>
          <p:cNvSpPr>
            <a:spLocks noGrp="1"/>
          </p:cNvSpPr>
          <p:nvPr>
            <p:ph type="dt" sz="half" idx="10"/>
          </p:nvPr>
        </p:nvSpPr>
        <p:spPr/>
        <p:txBody>
          <a:bodyPr/>
          <a:lstStyle/>
          <a:p>
            <a:fld id="{BA32FE43-2EE5-474C-A705-F877D9F9D6F1}" type="datetime1">
              <a:rPr lang="en-US" smtClean="0"/>
              <a:t>9/21/2025</a:t>
            </a:fld>
            <a:endParaRPr lang="en-US"/>
          </a:p>
        </p:txBody>
      </p:sp>
      <p:sp>
        <p:nvSpPr>
          <p:cNvPr id="3" name="Slide Number Placeholder 2">
            <a:extLst>
              <a:ext uri="{FF2B5EF4-FFF2-40B4-BE49-F238E27FC236}">
                <a16:creationId xmlns:a16="http://schemas.microsoft.com/office/drawing/2014/main" id="{DAE16950-0A76-1D11-4B42-FE86C29177E9}"/>
              </a:ext>
            </a:extLst>
          </p:cNvPr>
          <p:cNvSpPr>
            <a:spLocks noGrp="1"/>
          </p:cNvSpPr>
          <p:nvPr>
            <p:ph type="sldNum" sz="quarter" idx="12"/>
          </p:nvPr>
        </p:nvSpPr>
        <p:spPr/>
        <p:txBody>
          <a:bodyPr/>
          <a:lstStyle/>
          <a:p>
            <a:fld id="{8F624889-2E4B-4E14-813C-B9A919123AA5}" type="slidenum">
              <a:rPr lang="en-US" smtClean="0"/>
              <a:t>1</a:t>
            </a:fld>
            <a:endParaRPr lang="en-US"/>
          </a:p>
        </p:txBody>
      </p:sp>
      <p:sp>
        <p:nvSpPr>
          <p:cNvPr id="4" name="Rectangle 3">
            <a:extLst>
              <a:ext uri="{FF2B5EF4-FFF2-40B4-BE49-F238E27FC236}">
                <a16:creationId xmlns:a16="http://schemas.microsoft.com/office/drawing/2014/main" id="{AFF2BFF7-FB6F-8C81-5562-AF64C1ED1C60}"/>
              </a:ext>
            </a:extLst>
          </p:cNvPr>
          <p:cNvSpPr/>
          <p:nvPr/>
        </p:nvSpPr>
        <p:spPr>
          <a:xfrm>
            <a:off x="292231" y="94268"/>
            <a:ext cx="11660957" cy="662720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958813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62DCC-7EB2-12E7-4B07-9EE7F5E924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248" y="334651"/>
            <a:ext cx="11783504" cy="6386660"/>
          </a:xfrm>
          <a:prstGeom prst="rect">
            <a:avLst/>
          </a:prstGeom>
        </p:spPr>
      </p:pic>
      <p:sp>
        <p:nvSpPr>
          <p:cNvPr id="4" name="Date Placeholder 3">
            <a:extLst>
              <a:ext uri="{FF2B5EF4-FFF2-40B4-BE49-F238E27FC236}">
                <a16:creationId xmlns:a16="http://schemas.microsoft.com/office/drawing/2014/main" id="{D9603217-2731-1C61-1B3E-FDD1CDA89B62}"/>
              </a:ext>
            </a:extLst>
          </p:cNvPr>
          <p:cNvSpPr>
            <a:spLocks noGrp="1"/>
          </p:cNvSpPr>
          <p:nvPr>
            <p:ph type="dt" sz="half" idx="10"/>
          </p:nvPr>
        </p:nvSpPr>
        <p:spPr/>
        <p:txBody>
          <a:bodyPr/>
          <a:lstStyle/>
          <a:p>
            <a:fld id="{96922AAB-3B16-4A6B-A409-8E7E23D136B1}" type="datetime1">
              <a:rPr lang="en-US" smtClean="0"/>
              <a:t>9/21/2025</a:t>
            </a:fld>
            <a:endParaRPr lang="en-US"/>
          </a:p>
        </p:txBody>
      </p:sp>
      <p:sp>
        <p:nvSpPr>
          <p:cNvPr id="6" name="Slide Number Placeholder 5">
            <a:extLst>
              <a:ext uri="{FF2B5EF4-FFF2-40B4-BE49-F238E27FC236}">
                <a16:creationId xmlns:a16="http://schemas.microsoft.com/office/drawing/2014/main" id="{0A041E66-40EA-EA8E-0FCD-402D1039BF63}"/>
              </a:ext>
            </a:extLst>
          </p:cNvPr>
          <p:cNvSpPr>
            <a:spLocks noGrp="1"/>
          </p:cNvSpPr>
          <p:nvPr>
            <p:ph type="sldNum" sz="quarter" idx="12"/>
          </p:nvPr>
        </p:nvSpPr>
        <p:spPr/>
        <p:txBody>
          <a:bodyPr/>
          <a:lstStyle/>
          <a:p>
            <a:fld id="{8F624889-2E4B-4E14-813C-B9A919123AA5}" type="slidenum">
              <a:rPr lang="en-US" smtClean="0"/>
              <a:t>2</a:t>
            </a:fld>
            <a:endParaRPr lang="en-US"/>
          </a:p>
        </p:txBody>
      </p:sp>
      <p:sp>
        <p:nvSpPr>
          <p:cNvPr id="7" name="Rectangle 6">
            <a:extLst>
              <a:ext uri="{FF2B5EF4-FFF2-40B4-BE49-F238E27FC236}">
                <a16:creationId xmlns:a16="http://schemas.microsoft.com/office/drawing/2014/main" id="{86A10D47-116D-8F3E-FEE6-502E9C4EE7F8}"/>
              </a:ext>
            </a:extLst>
          </p:cNvPr>
          <p:cNvSpPr/>
          <p:nvPr/>
        </p:nvSpPr>
        <p:spPr>
          <a:xfrm>
            <a:off x="292231" y="94268"/>
            <a:ext cx="11660957" cy="662720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05594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E51E586-1648-B09E-13F4-79559167633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t="4384"/>
          <a:stretch/>
        </p:blipFill>
        <p:spPr>
          <a:xfrm>
            <a:off x="1181061" y="550797"/>
            <a:ext cx="5166792" cy="6147375"/>
          </a:xfrm>
        </p:spPr>
      </p:pic>
      <p:sp>
        <p:nvSpPr>
          <p:cNvPr id="4" name="Date Placeholder 3">
            <a:extLst>
              <a:ext uri="{FF2B5EF4-FFF2-40B4-BE49-F238E27FC236}">
                <a16:creationId xmlns:a16="http://schemas.microsoft.com/office/drawing/2014/main" id="{64BBC85D-029A-59AB-40A8-F258C2F60B9B}"/>
              </a:ext>
            </a:extLst>
          </p:cNvPr>
          <p:cNvSpPr>
            <a:spLocks noGrp="1"/>
          </p:cNvSpPr>
          <p:nvPr>
            <p:ph type="dt" sz="half" idx="10"/>
          </p:nvPr>
        </p:nvSpPr>
        <p:spPr/>
        <p:txBody>
          <a:bodyPr/>
          <a:lstStyle/>
          <a:p>
            <a:fld id="{8909F444-4AAF-428F-A6C1-F44393BC36D0}" type="datetime1">
              <a:rPr lang="en-US" smtClean="0"/>
              <a:t>9/21/2025</a:t>
            </a:fld>
            <a:endParaRPr lang="en-US"/>
          </a:p>
        </p:txBody>
      </p:sp>
      <p:sp>
        <p:nvSpPr>
          <p:cNvPr id="5" name="Slide Number Placeholder 4">
            <a:extLst>
              <a:ext uri="{FF2B5EF4-FFF2-40B4-BE49-F238E27FC236}">
                <a16:creationId xmlns:a16="http://schemas.microsoft.com/office/drawing/2014/main" id="{C85804F5-D50D-063B-E262-306740151C0F}"/>
              </a:ext>
            </a:extLst>
          </p:cNvPr>
          <p:cNvSpPr>
            <a:spLocks noGrp="1"/>
          </p:cNvSpPr>
          <p:nvPr>
            <p:ph type="sldNum" sz="quarter" idx="12"/>
          </p:nvPr>
        </p:nvSpPr>
        <p:spPr/>
        <p:txBody>
          <a:bodyPr/>
          <a:lstStyle/>
          <a:p>
            <a:fld id="{8F624889-2E4B-4E14-813C-B9A919123AA5}" type="slidenum">
              <a:rPr lang="en-US" smtClean="0"/>
              <a:t>3</a:t>
            </a:fld>
            <a:endParaRPr lang="en-US"/>
          </a:p>
        </p:txBody>
      </p:sp>
      <p:sp>
        <p:nvSpPr>
          <p:cNvPr id="10" name="Rectangle 9">
            <a:extLst>
              <a:ext uri="{FF2B5EF4-FFF2-40B4-BE49-F238E27FC236}">
                <a16:creationId xmlns:a16="http://schemas.microsoft.com/office/drawing/2014/main" id="{210855A3-2AEE-26B5-F81B-4E6BD9E0F290}"/>
              </a:ext>
            </a:extLst>
          </p:cNvPr>
          <p:cNvSpPr/>
          <p:nvPr/>
        </p:nvSpPr>
        <p:spPr>
          <a:xfrm>
            <a:off x="292231" y="94268"/>
            <a:ext cx="11660957" cy="662720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2581DBA-1DD4-1C69-F201-0DEF78371C4E}"/>
              </a:ext>
            </a:extLst>
          </p:cNvPr>
          <p:cNvSpPr/>
          <p:nvPr/>
        </p:nvSpPr>
        <p:spPr>
          <a:xfrm>
            <a:off x="238812" y="5097337"/>
            <a:ext cx="6549390" cy="110871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DBB5DE0-EC90-5784-3883-406BB59D9315}"/>
              </a:ext>
            </a:extLst>
          </p:cNvPr>
          <p:cNvCxnSpPr/>
          <p:nvPr/>
        </p:nvCxnSpPr>
        <p:spPr>
          <a:xfrm flipV="1">
            <a:off x="5943600" y="3931920"/>
            <a:ext cx="1337310" cy="1280160"/>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34F9318B-08A3-D6C2-9298-B95FD474D7FD}"/>
              </a:ext>
            </a:extLst>
          </p:cNvPr>
          <p:cNvSpPr/>
          <p:nvPr/>
        </p:nvSpPr>
        <p:spPr>
          <a:xfrm>
            <a:off x="7081140" y="1284212"/>
            <a:ext cx="4803413" cy="4247317"/>
          </a:xfrm>
          <a:prstGeom prst="rect">
            <a:avLst/>
          </a:prstGeom>
          <a:noFill/>
        </p:spPr>
        <p:txBody>
          <a:bodyPr wrap="square" lIns="91440" tIns="45720" rIns="91440" bIns="45720">
            <a:spAutoFit/>
          </a:bodyPr>
          <a:lstStyle/>
          <a:p>
            <a:pPr algn="ctr"/>
            <a:r>
              <a:rPr lang="en-US" sz="5400" dirty="0">
                <a:ln w="0"/>
                <a:effectLst>
                  <a:outerShdw blurRad="38100" dist="19050" dir="2700000" algn="tl" rotWithShape="0">
                    <a:schemeClr val="dk1">
                      <a:alpha val="40000"/>
                    </a:schemeClr>
                  </a:outerShdw>
                </a:effectLst>
              </a:rPr>
              <a:t>Service choosing option pop-up along with language preference</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869556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10EA3B4B-A33F-0EC9-976C-2B5708D9D802}"/>
              </a:ext>
            </a:extLst>
          </p:cNvPr>
          <p:cNvSpPr>
            <a:spLocks noGrp="1"/>
          </p:cNvSpPr>
          <p:nvPr>
            <p:ph type="dt" sz="half" idx="10"/>
          </p:nvPr>
        </p:nvSpPr>
        <p:spPr/>
        <p:txBody>
          <a:bodyPr/>
          <a:lstStyle/>
          <a:p>
            <a:fld id="{06258824-F1D8-484E-B420-0EB5B7ABE3AB}" type="datetime1">
              <a:rPr lang="en-US" smtClean="0"/>
              <a:t>9/21/2025</a:t>
            </a:fld>
            <a:endParaRPr lang="en-US"/>
          </a:p>
        </p:txBody>
      </p:sp>
      <p:sp>
        <p:nvSpPr>
          <p:cNvPr id="6" name="Slide Number Placeholder 5">
            <a:extLst>
              <a:ext uri="{FF2B5EF4-FFF2-40B4-BE49-F238E27FC236}">
                <a16:creationId xmlns:a16="http://schemas.microsoft.com/office/drawing/2014/main" id="{CCE65439-7654-B3D3-6744-20ADB1C9E22C}"/>
              </a:ext>
            </a:extLst>
          </p:cNvPr>
          <p:cNvSpPr>
            <a:spLocks noGrp="1"/>
          </p:cNvSpPr>
          <p:nvPr>
            <p:ph type="sldNum" sz="quarter" idx="12"/>
          </p:nvPr>
        </p:nvSpPr>
        <p:spPr/>
        <p:txBody>
          <a:bodyPr/>
          <a:lstStyle/>
          <a:p>
            <a:fld id="{8F624889-2E4B-4E14-813C-B9A919123AA5}" type="slidenum">
              <a:rPr lang="en-US" smtClean="0"/>
              <a:t>4</a:t>
            </a:fld>
            <a:endParaRPr lang="en-US"/>
          </a:p>
        </p:txBody>
      </p:sp>
      <p:pic>
        <p:nvPicPr>
          <p:cNvPr id="12" name="Picture 11">
            <a:extLst>
              <a:ext uri="{FF2B5EF4-FFF2-40B4-BE49-F238E27FC236}">
                <a16:creationId xmlns:a16="http://schemas.microsoft.com/office/drawing/2014/main" id="{BE706796-42B5-DC73-4B91-05081A6B8F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366" y="273048"/>
            <a:ext cx="3068955" cy="6584952"/>
          </a:xfrm>
          <a:prstGeom prst="rect">
            <a:avLst/>
          </a:prstGeom>
        </p:spPr>
      </p:pic>
      <p:pic>
        <p:nvPicPr>
          <p:cNvPr id="14" name="Picture 13">
            <a:extLst>
              <a:ext uri="{FF2B5EF4-FFF2-40B4-BE49-F238E27FC236}">
                <a16:creationId xmlns:a16="http://schemas.microsoft.com/office/drawing/2014/main" id="{49B22A2E-A914-82F8-CA3B-5AF3FA7DBE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234" y="136525"/>
            <a:ext cx="3068955" cy="6584951"/>
          </a:xfrm>
          <a:prstGeom prst="rect">
            <a:avLst/>
          </a:prstGeom>
        </p:spPr>
      </p:pic>
      <p:pic>
        <p:nvPicPr>
          <p:cNvPr id="16" name="Picture 15">
            <a:extLst>
              <a:ext uri="{FF2B5EF4-FFF2-40B4-BE49-F238E27FC236}">
                <a16:creationId xmlns:a16="http://schemas.microsoft.com/office/drawing/2014/main" id="{4C0C3414-5CB8-8F57-E635-3A75CFB93B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73402" y="136525"/>
            <a:ext cx="3068955" cy="6584950"/>
          </a:xfrm>
          <a:prstGeom prst="rect">
            <a:avLst/>
          </a:prstGeom>
        </p:spPr>
      </p:pic>
    </p:spTree>
    <p:extLst>
      <p:ext uri="{BB962C8B-B14F-4D97-AF65-F5344CB8AC3E}">
        <p14:creationId xmlns:p14="http://schemas.microsoft.com/office/powerpoint/2010/main" val="2875893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C521AC-938E-41BD-79F3-A2E4BA106958}"/>
              </a:ext>
            </a:extLst>
          </p:cNvPr>
          <p:cNvSpPr>
            <a:spLocks noGrp="1"/>
          </p:cNvSpPr>
          <p:nvPr>
            <p:ph type="title"/>
          </p:nvPr>
        </p:nvSpPr>
        <p:spPr>
          <a:xfrm>
            <a:off x="406648" y="153710"/>
            <a:ext cx="11353800" cy="935774"/>
          </a:xfrm>
        </p:spPr>
        <p:style>
          <a:lnRef idx="0">
            <a:schemeClr val="accent6"/>
          </a:lnRef>
          <a:fillRef idx="3">
            <a:schemeClr val="accent6"/>
          </a:fillRef>
          <a:effectRef idx="3">
            <a:schemeClr val="accent6"/>
          </a:effectRef>
          <a:fontRef idx="minor">
            <a:schemeClr val="lt1"/>
          </a:fontRef>
        </p:style>
        <p:txBody>
          <a:bodyPr>
            <a:noAutofit/>
          </a:bodyPr>
          <a:lstStyle/>
          <a:p>
            <a:pPr algn="ctr"/>
            <a:r>
              <a:rPr lang="en-US" sz="3200" b="1" dirty="0" err="1">
                <a:solidFill>
                  <a:schemeClr val="bg1"/>
                </a:solidFill>
              </a:rPr>
              <a:t>Whatsapp</a:t>
            </a:r>
            <a:r>
              <a:rPr lang="en-US" sz="3200" b="1" dirty="0">
                <a:solidFill>
                  <a:schemeClr val="bg1"/>
                </a:solidFill>
              </a:rPr>
              <a:t> Services Roll out- KPI’s (Key Performance Indicators)</a:t>
            </a:r>
          </a:p>
        </p:txBody>
      </p:sp>
      <p:sp>
        <p:nvSpPr>
          <p:cNvPr id="2" name="Date Placeholder 1">
            <a:extLst>
              <a:ext uri="{FF2B5EF4-FFF2-40B4-BE49-F238E27FC236}">
                <a16:creationId xmlns:a16="http://schemas.microsoft.com/office/drawing/2014/main" id="{4D65FBEB-CDA2-D8C4-B618-160DE9C2326F}"/>
              </a:ext>
            </a:extLst>
          </p:cNvPr>
          <p:cNvSpPr>
            <a:spLocks noGrp="1"/>
          </p:cNvSpPr>
          <p:nvPr>
            <p:ph type="dt" sz="half" idx="10"/>
          </p:nvPr>
        </p:nvSpPr>
        <p:spPr/>
        <p:txBody>
          <a:bodyPr/>
          <a:lstStyle/>
          <a:p>
            <a:fld id="{AEDD919C-2E3C-4F4F-9958-4861F6CA57C6}" type="datetime1">
              <a:rPr lang="en-US" smtClean="0"/>
              <a:t>9/21/2025</a:t>
            </a:fld>
            <a:endParaRPr lang="en-US"/>
          </a:p>
        </p:txBody>
      </p:sp>
      <p:sp>
        <p:nvSpPr>
          <p:cNvPr id="3" name="Slide Number Placeholder 2">
            <a:extLst>
              <a:ext uri="{FF2B5EF4-FFF2-40B4-BE49-F238E27FC236}">
                <a16:creationId xmlns:a16="http://schemas.microsoft.com/office/drawing/2014/main" id="{4404A884-C0CB-8828-67B4-F5682F927446}"/>
              </a:ext>
            </a:extLst>
          </p:cNvPr>
          <p:cNvSpPr>
            <a:spLocks noGrp="1"/>
          </p:cNvSpPr>
          <p:nvPr>
            <p:ph type="sldNum" sz="quarter" idx="12"/>
          </p:nvPr>
        </p:nvSpPr>
        <p:spPr/>
        <p:txBody>
          <a:bodyPr/>
          <a:lstStyle/>
          <a:p>
            <a:fld id="{8F624889-2E4B-4E14-813C-B9A919123AA5}" type="slidenum">
              <a:rPr lang="en-US" smtClean="0"/>
              <a:t>5</a:t>
            </a:fld>
            <a:endParaRPr lang="en-US"/>
          </a:p>
        </p:txBody>
      </p:sp>
      <p:sp>
        <p:nvSpPr>
          <p:cNvPr id="6" name="Rectangle 5">
            <a:extLst>
              <a:ext uri="{FF2B5EF4-FFF2-40B4-BE49-F238E27FC236}">
                <a16:creationId xmlns:a16="http://schemas.microsoft.com/office/drawing/2014/main" id="{44BAD7DC-7ABF-E1CD-6559-2B9B5B54E8A9}"/>
              </a:ext>
            </a:extLst>
          </p:cNvPr>
          <p:cNvSpPr/>
          <p:nvPr/>
        </p:nvSpPr>
        <p:spPr>
          <a:xfrm>
            <a:off x="292231" y="94268"/>
            <a:ext cx="11660957" cy="662720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Diagram 8">
            <a:extLst>
              <a:ext uri="{FF2B5EF4-FFF2-40B4-BE49-F238E27FC236}">
                <a16:creationId xmlns:a16="http://schemas.microsoft.com/office/drawing/2014/main" id="{9AC6AD51-46C0-BF94-8DF9-4A9655BCC9E1}"/>
              </a:ext>
            </a:extLst>
          </p:cNvPr>
          <p:cNvGraphicFramePr/>
          <p:nvPr>
            <p:extLst>
              <p:ext uri="{D42A27DB-BD31-4B8C-83A1-F6EECF244321}">
                <p14:modId xmlns:p14="http://schemas.microsoft.com/office/powerpoint/2010/main" val="1961826159"/>
              </p:ext>
            </p:extLst>
          </p:nvPr>
        </p:nvGraphicFramePr>
        <p:xfrm>
          <a:off x="580389" y="1148925"/>
          <a:ext cx="11111990" cy="53090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636411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67038A-BEFA-46EF-678E-EE147DD6F6EA}"/>
              </a:ext>
            </a:extLst>
          </p:cNvPr>
          <p:cNvPicPr>
            <a:picLocks noChangeAspect="1"/>
          </p:cNvPicPr>
          <p:nvPr/>
        </p:nvPicPr>
        <p:blipFill>
          <a:blip r:embed="rId3"/>
          <a:stretch>
            <a:fillRect/>
          </a:stretch>
        </p:blipFill>
        <p:spPr>
          <a:xfrm>
            <a:off x="345650" y="179894"/>
            <a:ext cx="11607538" cy="6498212"/>
          </a:xfrm>
          <a:prstGeom prst="rect">
            <a:avLst/>
          </a:prstGeom>
        </p:spPr>
      </p:pic>
      <p:sp>
        <p:nvSpPr>
          <p:cNvPr id="6" name="TextBox 5">
            <a:extLst>
              <a:ext uri="{FF2B5EF4-FFF2-40B4-BE49-F238E27FC236}">
                <a16:creationId xmlns:a16="http://schemas.microsoft.com/office/drawing/2014/main" id="{4544F872-BFA7-CD9B-9651-82C36D69EB8A}"/>
              </a:ext>
            </a:extLst>
          </p:cNvPr>
          <p:cNvSpPr txBox="1"/>
          <p:nvPr/>
        </p:nvSpPr>
        <p:spPr>
          <a:xfrm>
            <a:off x="188535" y="5221607"/>
            <a:ext cx="5260157" cy="1200329"/>
          </a:xfrm>
          <a:prstGeom prst="rect">
            <a:avLst/>
          </a:prstGeom>
          <a:noFill/>
        </p:spPr>
        <p:txBody>
          <a:bodyPr wrap="square" rtlCol="0">
            <a:spAutoFit/>
          </a:bodyPr>
          <a:lstStyle/>
          <a:p>
            <a:r>
              <a:rPr lang="en-US" sz="3600" dirty="0"/>
              <a:t>DATA SOURCE : vswsonline.ap.gov.in</a:t>
            </a:r>
          </a:p>
        </p:txBody>
      </p:sp>
      <p:sp>
        <p:nvSpPr>
          <p:cNvPr id="2" name="Date Placeholder 1">
            <a:extLst>
              <a:ext uri="{FF2B5EF4-FFF2-40B4-BE49-F238E27FC236}">
                <a16:creationId xmlns:a16="http://schemas.microsoft.com/office/drawing/2014/main" id="{4B61A8ED-0752-2BA9-E6F1-CEBA2E0604F0}"/>
              </a:ext>
            </a:extLst>
          </p:cNvPr>
          <p:cNvSpPr>
            <a:spLocks noGrp="1"/>
          </p:cNvSpPr>
          <p:nvPr>
            <p:ph type="dt" sz="half" idx="10"/>
          </p:nvPr>
        </p:nvSpPr>
        <p:spPr/>
        <p:txBody>
          <a:bodyPr/>
          <a:lstStyle/>
          <a:p>
            <a:fld id="{29DDC680-32CE-4BA9-BB89-8FA6BCBAE14D}" type="datetime1">
              <a:rPr lang="en-US" smtClean="0"/>
              <a:t>9/21/2025</a:t>
            </a:fld>
            <a:endParaRPr lang="en-US"/>
          </a:p>
        </p:txBody>
      </p:sp>
      <p:sp>
        <p:nvSpPr>
          <p:cNvPr id="3" name="Slide Number Placeholder 2">
            <a:extLst>
              <a:ext uri="{FF2B5EF4-FFF2-40B4-BE49-F238E27FC236}">
                <a16:creationId xmlns:a16="http://schemas.microsoft.com/office/drawing/2014/main" id="{D6E54E02-9E2C-F3E8-5A13-9FA7EAC743B0}"/>
              </a:ext>
            </a:extLst>
          </p:cNvPr>
          <p:cNvSpPr>
            <a:spLocks noGrp="1"/>
          </p:cNvSpPr>
          <p:nvPr>
            <p:ph type="sldNum" sz="quarter" idx="12"/>
          </p:nvPr>
        </p:nvSpPr>
        <p:spPr/>
        <p:txBody>
          <a:bodyPr/>
          <a:lstStyle/>
          <a:p>
            <a:fld id="{8F624889-2E4B-4E14-813C-B9A919123AA5}" type="slidenum">
              <a:rPr lang="en-US" smtClean="0"/>
              <a:t>6</a:t>
            </a:fld>
            <a:endParaRPr lang="en-US"/>
          </a:p>
        </p:txBody>
      </p:sp>
      <p:sp>
        <p:nvSpPr>
          <p:cNvPr id="4" name="Rectangle 3">
            <a:extLst>
              <a:ext uri="{FF2B5EF4-FFF2-40B4-BE49-F238E27FC236}">
                <a16:creationId xmlns:a16="http://schemas.microsoft.com/office/drawing/2014/main" id="{CCFC4C6E-939A-5163-AF08-B026EB340F9E}"/>
              </a:ext>
            </a:extLst>
          </p:cNvPr>
          <p:cNvSpPr/>
          <p:nvPr/>
        </p:nvSpPr>
        <p:spPr>
          <a:xfrm>
            <a:off x="292231" y="94268"/>
            <a:ext cx="11660957" cy="662720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390552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78C74-B4AE-C5FB-14BB-3D062C5AAB5C}"/>
              </a:ext>
            </a:extLst>
          </p:cNvPr>
          <p:cNvSpPr>
            <a:spLocks noGrp="1"/>
          </p:cNvSpPr>
          <p:nvPr>
            <p:ph type="dt" sz="half" idx="10"/>
          </p:nvPr>
        </p:nvSpPr>
        <p:spPr/>
        <p:txBody>
          <a:bodyPr/>
          <a:lstStyle/>
          <a:p>
            <a:fld id="{3D3945AD-0D6A-47AE-A4FD-67BCDF1265EB}" type="datetime1">
              <a:rPr lang="en-US" smtClean="0"/>
              <a:t>9/21/2025</a:t>
            </a:fld>
            <a:endParaRPr lang="en-US"/>
          </a:p>
        </p:txBody>
      </p:sp>
      <p:sp>
        <p:nvSpPr>
          <p:cNvPr id="3" name="Slide Number Placeholder 2">
            <a:extLst>
              <a:ext uri="{FF2B5EF4-FFF2-40B4-BE49-F238E27FC236}">
                <a16:creationId xmlns:a16="http://schemas.microsoft.com/office/drawing/2014/main" id="{9C1FD350-BBCC-AFE2-6C21-F2A400772CC7}"/>
              </a:ext>
            </a:extLst>
          </p:cNvPr>
          <p:cNvSpPr>
            <a:spLocks noGrp="1"/>
          </p:cNvSpPr>
          <p:nvPr>
            <p:ph type="sldNum" sz="quarter" idx="12"/>
          </p:nvPr>
        </p:nvSpPr>
        <p:spPr/>
        <p:txBody>
          <a:bodyPr/>
          <a:lstStyle/>
          <a:p>
            <a:fld id="{8F624889-2E4B-4E14-813C-B9A919123AA5}" type="slidenum">
              <a:rPr lang="en-US" smtClean="0"/>
              <a:t>7</a:t>
            </a:fld>
            <a:endParaRPr lang="en-US"/>
          </a:p>
        </p:txBody>
      </p:sp>
      <p:sp>
        <p:nvSpPr>
          <p:cNvPr id="9" name="Rectangle 8">
            <a:extLst>
              <a:ext uri="{FF2B5EF4-FFF2-40B4-BE49-F238E27FC236}">
                <a16:creationId xmlns:a16="http://schemas.microsoft.com/office/drawing/2014/main" id="{04216F16-89D3-00AC-E3DF-5C985BCAB287}"/>
              </a:ext>
            </a:extLst>
          </p:cNvPr>
          <p:cNvSpPr/>
          <p:nvPr/>
        </p:nvSpPr>
        <p:spPr>
          <a:xfrm>
            <a:off x="179109" y="94268"/>
            <a:ext cx="11774079" cy="662720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BCC1CBA0-EBBD-E007-D977-ECB4ACD1ECC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9704" y="0"/>
            <a:ext cx="11953187" cy="6262082"/>
          </a:xfrm>
        </p:spPr>
      </p:pic>
    </p:spTree>
    <p:extLst>
      <p:ext uri="{BB962C8B-B14F-4D97-AF65-F5344CB8AC3E}">
        <p14:creationId xmlns:p14="http://schemas.microsoft.com/office/powerpoint/2010/main" val="4154359744"/>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FD08FD7-71E9-BF14-F075-2189BE318D2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92231" y="136525"/>
            <a:ext cx="11576116" cy="6330263"/>
          </a:xfrm>
        </p:spPr>
      </p:pic>
      <p:sp>
        <p:nvSpPr>
          <p:cNvPr id="4" name="Date Placeholder 3">
            <a:extLst>
              <a:ext uri="{FF2B5EF4-FFF2-40B4-BE49-F238E27FC236}">
                <a16:creationId xmlns:a16="http://schemas.microsoft.com/office/drawing/2014/main" id="{B6F2C964-0205-8F1F-F7AE-B98BF17718F3}"/>
              </a:ext>
            </a:extLst>
          </p:cNvPr>
          <p:cNvSpPr>
            <a:spLocks noGrp="1"/>
          </p:cNvSpPr>
          <p:nvPr>
            <p:ph type="dt" sz="half" idx="10"/>
          </p:nvPr>
        </p:nvSpPr>
        <p:spPr/>
        <p:txBody>
          <a:bodyPr/>
          <a:lstStyle/>
          <a:p>
            <a:fld id="{8909F444-4AAF-428F-A6C1-F44393BC36D0}" type="datetime1">
              <a:rPr lang="en-US" smtClean="0"/>
              <a:t>9/21/2025</a:t>
            </a:fld>
            <a:endParaRPr lang="en-US"/>
          </a:p>
        </p:txBody>
      </p:sp>
      <p:sp>
        <p:nvSpPr>
          <p:cNvPr id="5" name="Slide Number Placeholder 4">
            <a:extLst>
              <a:ext uri="{FF2B5EF4-FFF2-40B4-BE49-F238E27FC236}">
                <a16:creationId xmlns:a16="http://schemas.microsoft.com/office/drawing/2014/main" id="{F88C4AEE-6B18-3F1B-A63B-9C048ED6D168}"/>
              </a:ext>
            </a:extLst>
          </p:cNvPr>
          <p:cNvSpPr>
            <a:spLocks noGrp="1"/>
          </p:cNvSpPr>
          <p:nvPr>
            <p:ph type="sldNum" sz="quarter" idx="12"/>
          </p:nvPr>
        </p:nvSpPr>
        <p:spPr/>
        <p:txBody>
          <a:bodyPr/>
          <a:lstStyle/>
          <a:p>
            <a:fld id="{8F624889-2E4B-4E14-813C-B9A919123AA5}" type="slidenum">
              <a:rPr lang="en-US" smtClean="0"/>
              <a:t>8</a:t>
            </a:fld>
            <a:endParaRPr lang="en-US"/>
          </a:p>
        </p:txBody>
      </p:sp>
      <p:sp>
        <p:nvSpPr>
          <p:cNvPr id="8" name="Rectangle 7">
            <a:extLst>
              <a:ext uri="{FF2B5EF4-FFF2-40B4-BE49-F238E27FC236}">
                <a16:creationId xmlns:a16="http://schemas.microsoft.com/office/drawing/2014/main" id="{B803BD93-711E-30FD-3A9D-45AF017819F1}"/>
              </a:ext>
            </a:extLst>
          </p:cNvPr>
          <p:cNvSpPr/>
          <p:nvPr/>
        </p:nvSpPr>
        <p:spPr>
          <a:xfrm>
            <a:off x="292231" y="94268"/>
            <a:ext cx="11660957" cy="662720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726DF41-79D0-A9D8-63AC-BE40E6BDD3B6}"/>
              </a:ext>
            </a:extLst>
          </p:cNvPr>
          <p:cNvSpPr/>
          <p:nvPr/>
        </p:nvSpPr>
        <p:spPr>
          <a:xfrm>
            <a:off x="4506012" y="2790334"/>
            <a:ext cx="3657600" cy="638666"/>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1126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E2E495-0119-EA92-B5F1-68C8C57DF149}"/>
              </a:ext>
            </a:extLst>
          </p:cNvPr>
          <p:cNvSpPr>
            <a:spLocks noGrp="1"/>
          </p:cNvSpPr>
          <p:nvPr>
            <p:ph type="dt" sz="half" idx="10"/>
          </p:nvPr>
        </p:nvSpPr>
        <p:spPr/>
        <p:txBody>
          <a:bodyPr/>
          <a:lstStyle/>
          <a:p>
            <a:fld id="{AED875F4-7D06-4B96-9455-DF6BB15445D3}" type="datetime1">
              <a:rPr lang="en-US" smtClean="0"/>
              <a:t>9/21/2025</a:t>
            </a:fld>
            <a:endParaRPr lang="en-US"/>
          </a:p>
        </p:txBody>
      </p:sp>
      <p:sp>
        <p:nvSpPr>
          <p:cNvPr id="3" name="Slide Number Placeholder 2">
            <a:extLst>
              <a:ext uri="{FF2B5EF4-FFF2-40B4-BE49-F238E27FC236}">
                <a16:creationId xmlns:a16="http://schemas.microsoft.com/office/drawing/2014/main" id="{5D06B5F0-87E4-BCEB-106C-1BCD63E9399C}"/>
              </a:ext>
            </a:extLst>
          </p:cNvPr>
          <p:cNvSpPr>
            <a:spLocks noGrp="1"/>
          </p:cNvSpPr>
          <p:nvPr>
            <p:ph type="sldNum" sz="quarter" idx="12"/>
          </p:nvPr>
        </p:nvSpPr>
        <p:spPr/>
        <p:txBody>
          <a:bodyPr/>
          <a:lstStyle/>
          <a:p>
            <a:fld id="{8F624889-2E4B-4E14-813C-B9A919123AA5}" type="slidenum">
              <a:rPr lang="en-US" smtClean="0"/>
              <a:t>9</a:t>
            </a:fld>
            <a:endParaRPr lang="en-US"/>
          </a:p>
        </p:txBody>
      </p:sp>
      <p:sp>
        <p:nvSpPr>
          <p:cNvPr id="4" name="Rectangle 3">
            <a:extLst>
              <a:ext uri="{FF2B5EF4-FFF2-40B4-BE49-F238E27FC236}">
                <a16:creationId xmlns:a16="http://schemas.microsoft.com/office/drawing/2014/main" id="{A3B8E169-8B6F-C503-FA15-92304665DD75}"/>
              </a:ext>
            </a:extLst>
          </p:cNvPr>
          <p:cNvSpPr/>
          <p:nvPr/>
        </p:nvSpPr>
        <p:spPr>
          <a:xfrm>
            <a:off x="292231" y="94268"/>
            <a:ext cx="11660957" cy="662720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2D7A152-F3A0-EB35-D2F1-C037028E26D6}"/>
              </a:ext>
            </a:extLst>
          </p:cNvPr>
          <p:cNvPicPr>
            <a:picLocks noChangeAspect="1"/>
          </p:cNvPicPr>
          <p:nvPr/>
        </p:nvPicPr>
        <p:blipFill>
          <a:blip r:embed="rId3"/>
          <a:stretch>
            <a:fillRect/>
          </a:stretch>
        </p:blipFill>
        <p:spPr>
          <a:xfrm>
            <a:off x="400050" y="240030"/>
            <a:ext cx="11553138" cy="6116320"/>
          </a:xfrm>
          <a:prstGeom prst="rect">
            <a:avLst/>
          </a:prstGeom>
        </p:spPr>
      </p:pic>
    </p:spTree>
    <p:extLst>
      <p:ext uri="{BB962C8B-B14F-4D97-AF65-F5344CB8AC3E}">
        <p14:creationId xmlns:p14="http://schemas.microsoft.com/office/powerpoint/2010/main" val="19246473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644E7F-A9B6-01C9-9008-D98BFFA011D0}"/>
              </a:ext>
            </a:extLst>
          </p:cNvPr>
          <p:cNvSpPr>
            <a:spLocks noGrp="1"/>
          </p:cNvSpPr>
          <p:nvPr>
            <p:ph type="dt" sz="half" idx="10"/>
          </p:nvPr>
        </p:nvSpPr>
        <p:spPr/>
        <p:txBody>
          <a:bodyPr/>
          <a:lstStyle/>
          <a:p>
            <a:fld id="{8909F444-4AAF-428F-A6C1-F44393BC36D0}" type="datetime1">
              <a:rPr lang="en-US" smtClean="0"/>
              <a:t>9/21/2025</a:t>
            </a:fld>
            <a:endParaRPr lang="en-US"/>
          </a:p>
        </p:txBody>
      </p:sp>
      <p:sp>
        <p:nvSpPr>
          <p:cNvPr id="5" name="Slide Number Placeholder 4">
            <a:extLst>
              <a:ext uri="{FF2B5EF4-FFF2-40B4-BE49-F238E27FC236}">
                <a16:creationId xmlns:a16="http://schemas.microsoft.com/office/drawing/2014/main" id="{7215FDAC-7E09-B2D2-9C93-F0A7AAC24EEA}"/>
              </a:ext>
            </a:extLst>
          </p:cNvPr>
          <p:cNvSpPr>
            <a:spLocks noGrp="1"/>
          </p:cNvSpPr>
          <p:nvPr>
            <p:ph type="sldNum" sz="quarter" idx="12"/>
          </p:nvPr>
        </p:nvSpPr>
        <p:spPr/>
        <p:txBody>
          <a:bodyPr/>
          <a:lstStyle/>
          <a:p>
            <a:fld id="{8F624889-2E4B-4E14-813C-B9A919123AA5}" type="slidenum">
              <a:rPr lang="en-US" smtClean="0"/>
              <a:t>10</a:t>
            </a:fld>
            <a:endParaRPr lang="en-US"/>
          </a:p>
        </p:txBody>
      </p:sp>
      <p:sp>
        <p:nvSpPr>
          <p:cNvPr id="6" name="Rectangle 5">
            <a:extLst>
              <a:ext uri="{FF2B5EF4-FFF2-40B4-BE49-F238E27FC236}">
                <a16:creationId xmlns:a16="http://schemas.microsoft.com/office/drawing/2014/main" id="{8A57C600-7DF2-426B-4B99-D9250D966192}"/>
              </a:ext>
            </a:extLst>
          </p:cNvPr>
          <p:cNvSpPr/>
          <p:nvPr/>
        </p:nvSpPr>
        <p:spPr>
          <a:xfrm>
            <a:off x="292231" y="94269"/>
            <a:ext cx="11660957" cy="6262082"/>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51FD6EF-CC2B-1425-657D-D28417A487BE}"/>
              </a:ext>
            </a:extLst>
          </p:cNvPr>
          <p:cNvPicPr>
            <a:picLocks noChangeAspect="1"/>
          </p:cNvPicPr>
          <p:nvPr/>
        </p:nvPicPr>
        <p:blipFill>
          <a:blip r:embed="rId3"/>
          <a:stretch>
            <a:fillRect/>
          </a:stretch>
        </p:blipFill>
        <p:spPr>
          <a:xfrm>
            <a:off x="292232" y="136526"/>
            <a:ext cx="11607538" cy="6219824"/>
          </a:xfrm>
          <a:prstGeom prst="rect">
            <a:avLst/>
          </a:prstGeom>
        </p:spPr>
      </p:pic>
    </p:spTree>
    <p:extLst>
      <p:ext uri="{BB962C8B-B14F-4D97-AF65-F5344CB8AC3E}">
        <p14:creationId xmlns:p14="http://schemas.microsoft.com/office/powerpoint/2010/main" val="3859233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8D12E72-AFDD-E596-2937-21DEE1D396DD}"/>
              </a:ext>
            </a:extLst>
          </p:cNvPr>
          <p:cNvSpPr>
            <a:spLocks noGrp="1"/>
          </p:cNvSpPr>
          <p:nvPr>
            <p:ph type="dt" sz="half" idx="10"/>
          </p:nvPr>
        </p:nvSpPr>
        <p:spPr/>
        <p:txBody>
          <a:bodyPr/>
          <a:lstStyle/>
          <a:p>
            <a:fld id="{8909F444-4AAF-428F-A6C1-F44393BC36D0}" type="datetime1">
              <a:rPr lang="en-US" smtClean="0"/>
              <a:t>9/21/2025</a:t>
            </a:fld>
            <a:endParaRPr lang="en-US"/>
          </a:p>
        </p:txBody>
      </p:sp>
      <p:sp>
        <p:nvSpPr>
          <p:cNvPr id="5" name="Slide Number Placeholder 4">
            <a:extLst>
              <a:ext uri="{FF2B5EF4-FFF2-40B4-BE49-F238E27FC236}">
                <a16:creationId xmlns:a16="http://schemas.microsoft.com/office/drawing/2014/main" id="{3577BDCF-A0ED-4CE0-08B9-0028D4D4ABF4}"/>
              </a:ext>
            </a:extLst>
          </p:cNvPr>
          <p:cNvSpPr>
            <a:spLocks noGrp="1"/>
          </p:cNvSpPr>
          <p:nvPr>
            <p:ph type="sldNum" sz="quarter" idx="12"/>
          </p:nvPr>
        </p:nvSpPr>
        <p:spPr/>
        <p:txBody>
          <a:bodyPr/>
          <a:lstStyle/>
          <a:p>
            <a:fld id="{8F624889-2E4B-4E14-813C-B9A919123AA5}" type="slidenum">
              <a:rPr lang="en-US" smtClean="0"/>
              <a:t>11</a:t>
            </a:fld>
            <a:endParaRPr lang="en-US"/>
          </a:p>
        </p:txBody>
      </p:sp>
      <p:pic>
        <p:nvPicPr>
          <p:cNvPr id="7" name="Picture 6">
            <a:extLst>
              <a:ext uri="{FF2B5EF4-FFF2-40B4-BE49-F238E27FC236}">
                <a16:creationId xmlns:a16="http://schemas.microsoft.com/office/drawing/2014/main" id="{A58E6732-612F-C4BB-DBF1-EC71FBFD01C9}"/>
              </a:ext>
            </a:extLst>
          </p:cNvPr>
          <p:cNvPicPr>
            <a:picLocks noChangeAspect="1"/>
          </p:cNvPicPr>
          <p:nvPr/>
        </p:nvPicPr>
        <p:blipFill>
          <a:blip r:embed="rId3"/>
          <a:stretch>
            <a:fillRect/>
          </a:stretch>
        </p:blipFill>
        <p:spPr>
          <a:xfrm>
            <a:off x="292231" y="136526"/>
            <a:ext cx="11607537" cy="6100688"/>
          </a:xfrm>
          <a:prstGeom prst="rect">
            <a:avLst/>
          </a:prstGeom>
        </p:spPr>
      </p:pic>
      <p:sp>
        <p:nvSpPr>
          <p:cNvPr id="9" name="Rectangle 8">
            <a:extLst>
              <a:ext uri="{FF2B5EF4-FFF2-40B4-BE49-F238E27FC236}">
                <a16:creationId xmlns:a16="http://schemas.microsoft.com/office/drawing/2014/main" id="{D924D700-C628-DA6F-3E72-502784D72BDF}"/>
              </a:ext>
            </a:extLst>
          </p:cNvPr>
          <p:cNvSpPr/>
          <p:nvPr/>
        </p:nvSpPr>
        <p:spPr>
          <a:xfrm>
            <a:off x="292231" y="94269"/>
            <a:ext cx="11660957" cy="6262082"/>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7956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105438-50C2-1D37-DFB5-0D70906BD00D}"/>
              </a:ext>
            </a:extLst>
          </p:cNvPr>
          <p:cNvSpPr>
            <a:spLocks noGrp="1"/>
          </p:cNvSpPr>
          <p:nvPr>
            <p:ph type="dt" sz="half" idx="10"/>
          </p:nvPr>
        </p:nvSpPr>
        <p:spPr/>
        <p:txBody>
          <a:bodyPr/>
          <a:lstStyle/>
          <a:p>
            <a:fld id="{E14C5BE0-214F-4AAD-8D2D-D25EAD7A8035}" type="datetime1">
              <a:rPr lang="en-US" smtClean="0"/>
              <a:t>9/21/2025</a:t>
            </a:fld>
            <a:endParaRPr lang="en-US"/>
          </a:p>
        </p:txBody>
      </p:sp>
      <p:sp>
        <p:nvSpPr>
          <p:cNvPr id="3" name="Slide Number Placeholder 2">
            <a:extLst>
              <a:ext uri="{FF2B5EF4-FFF2-40B4-BE49-F238E27FC236}">
                <a16:creationId xmlns:a16="http://schemas.microsoft.com/office/drawing/2014/main" id="{17494BB0-D4EA-FECD-C16E-49705C459CAA}"/>
              </a:ext>
            </a:extLst>
          </p:cNvPr>
          <p:cNvSpPr>
            <a:spLocks noGrp="1"/>
          </p:cNvSpPr>
          <p:nvPr>
            <p:ph type="sldNum" sz="quarter" idx="12"/>
          </p:nvPr>
        </p:nvSpPr>
        <p:spPr/>
        <p:txBody>
          <a:bodyPr/>
          <a:lstStyle/>
          <a:p>
            <a:fld id="{8F624889-2E4B-4E14-813C-B9A919123AA5}" type="slidenum">
              <a:rPr lang="en-US" smtClean="0"/>
              <a:t>12</a:t>
            </a:fld>
            <a:endParaRPr lang="en-US"/>
          </a:p>
        </p:txBody>
      </p:sp>
      <p:sp>
        <p:nvSpPr>
          <p:cNvPr id="4" name="Rectangle 3">
            <a:extLst>
              <a:ext uri="{FF2B5EF4-FFF2-40B4-BE49-F238E27FC236}">
                <a16:creationId xmlns:a16="http://schemas.microsoft.com/office/drawing/2014/main" id="{73DC819E-5C9E-109E-F8E0-773286F86D64}"/>
              </a:ext>
            </a:extLst>
          </p:cNvPr>
          <p:cNvSpPr/>
          <p:nvPr/>
        </p:nvSpPr>
        <p:spPr>
          <a:xfrm>
            <a:off x="292231" y="136525"/>
            <a:ext cx="11660957" cy="658495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F25981F-5AC2-1C51-D717-8556B1AAEDE2}"/>
              </a:ext>
            </a:extLst>
          </p:cNvPr>
          <p:cNvPicPr>
            <a:picLocks noChangeAspect="1"/>
          </p:cNvPicPr>
          <p:nvPr/>
        </p:nvPicPr>
        <p:blipFill>
          <a:blip r:embed="rId3"/>
          <a:stretch>
            <a:fillRect/>
          </a:stretch>
        </p:blipFill>
        <p:spPr>
          <a:xfrm>
            <a:off x="411480" y="217171"/>
            <a:ext cx="11541707" cy="6058146"/>
          </a:xfrm>
          <a:prstGeom prst="rect">
            <a:avLst/>
          </a:prstGeom>
        </p:spPr>
      </p:pic>
    </p:spTree>
    <p:extLst>
      <p:ext uri="{BB962C8B-B14F-4D97-AF65-F5344CB8AC3E}">
        <p14:creationId xmlns:p14="http://schemas.microsoft.com/office/powerpoint/2010/main" val="24559160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552DE2-D9E1-AAB2-4FC7-8A66924D34B4}"/>
              </a:ext>
            </a:extLst>
          </p:cNvPr>
          <p:cNvSpPr>
            <a:spLocks noGrp="1"/>
          </p:cNvSpPr>
          <p:nvPr>
            <p:ph type="dt" sz="half" idx="10"/>
          </p:nvPr>
        </p:nvSpPr>
        <p:spPr/>
        <p:txBody>
          <a:bodyPr/>
          <a:lstStyle/>
          <a:p>
            <a:fld id="{9419DE2E-CA6E-4624-B5C4-D5E334A4AECF}" type="datetime1">
              <a:rPr lang="en-US" smtClean="0"/>
              <a:t>9/21/2025</a:t>
            </a:fld>
            <a:endParaRPr lang="en-US"/>
          </a:p>
        </p:txBody>
      </p:sp>
      <p:sp>
        <p:nvSpPr>
          <p:cNvPr id="3" name="Slide Number Placeholder 2">
            <a:extLst>
              <a:ext uri="{FF2B5EF4-FFF2-40B4-BE49-F238E27FC236}">
                <a16:creationId xmlns:a16="http://schemas.microsoft.com/office/drawing/2014/main" id="{C4E82417-CDE0-04B7-D578-7E719D7414FE}"/>
              </a:ext>
            </a:extLst>
          </p:cNvPr>
          <p:cNvSpPr>
            <a:spLocks noGrp="1"/>
          </p:cNvSpPr>
          <p:nvPr>
            <p:ph type="sldNum" sz="quarter" idx="12"/>
          </p:nvPr>
        </p:nvSpPr>
        <p:spPr/>
        <p:txBody>
          <a:bodyPr/>
          <a:lstStyle/>
          <a:p>
            <a:fld id="{8F624889-2E4B-4E14-813C-B9A919123AA5}" type="slidenum">
              <a:rPr lang="en-US" smtClean="0"/>
              <a:t>13</a:t>
            </a:fld>
            <a:endParaRPr lang="en-US"/>
          </a:p>
        </p:txBody>
      </p:sp>
      <p:pic>
        <p:nvPicPr>
          <p:cNvPr id="6" name="Picture 5">
            <a:extLst>
              <a:ext uri="{FF2B5EF4-FFF2-40B4-BE49-F238E27FC236}">
                <a16:creationId xmlns:a16="http://schemas.microsoft.com/office/drawing/2014/main" id="{3593CCD5-0995-11E9-67C4-1EBC00B466AA}"/>
              </a:ext>
            </a:extLst>
          </p:cNvPr>
          <p:cNvPicPr>
            <a:picLocks noChangeAspect="1"/>
          </p:cNvPicPr>
          <p:nvPr/>
        </p:nvPicPr>
        <p:blipFill>
          <a:blip r:embed="rId3"/>
          <a:stretch>
            <a:fillRect/>
          </a:stretch>
        </p:blipFill>
        <p:spPr>
          <a:xfrm>
            <a:off x="367645" y="301658"/>
            <a:ext cx="11532124" cy="5977469"/>
          </a:xfrm>
          <a:prstGeom prst="rect">
            <a:avLst/>
          </a:prstGeom>
        </p:spPr>
      </p:pic>
      <p:sp>
        <p:nvSpPr>
          <p:cNvPr id="7" name="Rectangle 6">
            <a:extLst>
              <a:ext uri="{FF2B5EF4-FFF2-40B4-BE49-F238E27FC236}">
                <a16:creationId xmlns:a16="http://schemas.microsoft.com/office/drawing/2014/main" id="{45A4C642-1D1C-B5E5-984F-F3BEC55DFEDF}"/>
              </a:ext>
            </a:extLst>
          </p:cNvPr>
          <p:cNvSpPr/>
          <p:nvPr/>
        </p:nvSpPr>
        <p:spPr>
          <a:xfrm>
            <a:off x="292231" y="136525"/>
            <a:ext cx="11660957" cy="658495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2333619"/>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EDECB0-4230-8E9E-B706-C99C4402FAD8}"/>
              </a:ext>
            </a:extLst>
          </p:cNvPr>
          <p:cNvSpPr>
            <a:spLocks noGrp="1"/>
          </p:cNvSpPr>
          <p:nvPr>
            <p:ph type="dt" sz="half" idx="10"/>
          </p:nvPr>
        </p:nvSpPr>
        <p:spPr/>
        <p:txBody>
          <a:bodyPr/>
          <a:lstStyle/>
          <a:p>
            <a:fld id="{DDF17E8B-97BD-4E33-AA38-0390A683FBF8}" type="datetime1">
              <a:rPr lang="en-US" smtClean="0"/>
              <a:t>9/21/2025</a:t>
            </a:fld>
            <a:endParaRPr lang="en-US"/>
          </a:p>
        </p:txBody>
      </p:sp>
      <p:sp>
        <p:nvSpPr>
          <p:cNvPr id="3" name="Slide Number Placeholder 2">
            <a:extLst>
              <a:ext uri="{FF2B5EF4-FFF2-40B4-BE49-F238E27FC236}">
                <a16:creationId xmlns:a16="http://schemas.microsoft.com/office/drawing/2014/main" id="{49A2C4E4-E439-0A84-0328-7B53F4E567C0}"/>
              </a:ext>
            </a:extLst>
          </p:cNvPr>
          <p:cNvSpPr>
            <a:spLocks noGrp="1"/>
          </p:cNvSpPr>
          <p:nvPr>
            <p:ph type="sldNum" sz="quarter" idx="12"/>
          </p:nvPr>
        </p:nvSpPr>
        <p:spPr/>
        <p:txBody>
          <a:bodyPr/>
          <a:lstStyle/>
          <a:p>
            <a:fld id="{8F624889-2E4B-4E14-813C-B9A919123AA5}" type="slidenum">
              <a:rPr lang="en-US" smtClean="0"/>
              <a:t>14</a:t>
            </a:fld>
            <a:endParaRPr lang="en-US"/>
          </a:p>
        </p:txBody>
      </p:sp>
      <p:sp>
        <p:nvSpPr>
          <p:cNvPr id="4" name="Rectangle 3">
            <a:extLst>
              <a:ext uri="{FF2B5EF4-FFF2-40B4-BE49-F238E27FC236}">
                <a16:creationId xmlns:a16="http://schemas.microsoft.com/office/drawing/2014/main" id="{B94839BB-EF13-57D8-D997-26C22BAE2581}"/>
              </a:ext>
            </a:extLst>
          </p:cNvPr>
          <p:cNvSpPr/>
          <p:nvPr/>
        </p:nvSpPr>
        <p:spPr>
          <a:xfrm>
            <a:off x="1" y="136525"/>
            <a:ext cx="11953188" cy="658495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091391D-D4F4-5BCA-6CD7-300938D83F79}"/>
              </a:ext>
            </a:extLst>
          </p:cNvPr>
          <p:cNvPicPr>
            <a:picLocks noChangeAspect="1"/>
          </p:cNvPicPr>
          <p:nvPr/>
        </p:nvPicPr>
        <p:blipFill>
          <a:blip r:embed="rId3"/>
          <a:stretch>
            <a:fillRect/>
          </a:stretch>
        </p:blipFill>
        <p:spPr>
          <a:xfrm>
            <a:off x="102869" y="217170"/>
            <a:ext cx="11850319" cy="6139180"/>
          </a:xfrm>
          <a:prstGeom prst="rect">
            <a:avLst/>
          </a:prstGeom>
        </p:spPr>
      </p:pic>
    </p:spTree>
    <p:extLst>
      <p:ext uri="{BB962C8B-B14F-4D97-AF65-F5344CB8AC3E}">
        <p14:creationId xmlns:p14="http://schemas.microsoft.com/office/powerpoint/2010/main" val="321038165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21B821A-3D6D-953A-F2F1-0D855D2102AD}"/>
              </a:ext>
            </a:extLst>
          </p:cNvPr>
          <p:cNvSpPr>
            <a:spLocks noGrp="1"/>
          </p:cNvSpPr>
          <p:nvPr>
            <p:ph type="dt" sz="half" idx="10"/>
          </p:nvPr>
        </p:nvSpPr>
        <p:spPr/>
        <p:txBody>
          <a:bodyPr/>
          <a:lstStyle/>
          <a:p>
            <a:fld id="{8909F444-4AAF-428F-A6C1-F44393BC36D0}" type="datetime1">
              <a:rPr lang="en-US" smtClean="0"/>
              <a:t>9/21/2025</a:t>
            </a:fld>
            <a:endParaRPr lang="en-US"/>
          </a:p>
        </p:txBody>
      </p:sp>
      <p:sp>
        <p:nvSpPr>
          <p:cNvPr id="5" name="Slide Number Placeholder 4">
            <a:extLst>
              <a:ext uri="{FF2B5EF4-FFF2-40B4-BE49-F238E27FC236}">
                <a16:creationId xmlns:a16="http://schemas.microsoft.com/office/drawing/2014/main" id="{3F0952C5-E8DF-ED3C-143C-4E25CC57EAF9}"/>
              </a:ext>
            </a:extLst>
          </p:cNvPr>
          <p:cNvSpPr>
            <a:spLocks noGrp="1"/>
          </p:cNvSpPr>
          <p:nvPr>
            <p:ph type="sldNum" sz="quarter" idx="12"/>
          </p:nvPr>
        </p:nvSpPr>
        <p:spPr/>
        <p:txBody>
          <a:bodyPr/>
          <a:lstStyle/>
          <a:p>
            <a:fld id="{8F624889-2E4B-4E14-813C-B9A919123AA5}" type="slidenum">
              <a:rPr lang="en-US" smtClean="0"/>
              <a:t>15</a:t>
            </a:fld>
            <a:endParaRPr lang="en-US"/>
          </a:p>
        </p:txBody>
      </p:sp>
      <p:pic>
        <p:nvPicPr>
          <p:cNvPr id="7" name="Picture 6">
            <a:extLst>
              <a:ext uri="{FF2B5EF4-FFF2-40B4-BE49-F238E27FC236}">
                <a16:creationId xmlns:a16="http://schemas.microsoft.com/office/drawing/2014/main" id="{FDC08ADB-5B03-CD62-3B1C-E24959A5A11A}"/>
              </a:ext>
            </a:extLst>
          </p:cNvPr>
          <p:cNvPicPr>
            <a:picLocks noChangeAspect="1"/>
          </p:cNvPicPr>
          <p:nvPr/>
        </p:nvPicPr>
        <p:blipFill>
          <a:blip r:embed="rId3"/>
          <a:srcRect b="13244"/>
          <a:stretch/>
        </p:blipFill>
        <p:spPr>
          <a:xfrm>
            <a:off x="0" y="228600"/>
            <a:ext cx="11953188" cy="5829300"/>
          </a:xfrm>
          <a:prstGeom prst="rect">
            <a:avLst/>
          </a:prstGeom>
        </p:spPr>
      </p:pic>
      <p:sp>
        <p:nvSpPr>
          <p:cNvPr id="8" name="Rectangle 7">
            <a:extLst>
              <a:ext uri="{FF2B5EF4-FFF2-40B4-BE49-F238E27FC236}">
                <a16:creationId xmlns:a16="http://schemas.microsoft.com/office/drawing/2014/main" id="{CBF22279-C006-70EF-5C02-DB843AEAF230}"/>
              </a:ext>
            </a:extLst>
          </p:cNvPr>
          <p:cNvSpPr/>
          <p:nvPr/>
        </p:nvSpPr>
        <p:spPr>
          <a:xfrm>
            <a:off x="1" y="136525"/>
            <a:ext cx="11953188" cy="658495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0384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71AEF-20CC-8D2E-64FD-542F7859C683}"/>
              </a:ext>
            </a:extLst>
          </p:cNvPr>
          <p:cNvSpPr>
            <a:spLocks noGrp="1"/>
          </p:cNvSpPr>
          <p:nvPr>
            <p:ph type="title"/>
          </p:nvPr>
        </p:nvSpPr>
        <p:spPr>
          <a:xfrm>
            <a:off x="838200" y="358220"/>
            <a:ext cx="10515600" cy="999240"/>
          </a:xfrm>
        </p:spPr>
        <p:txBody>
          <a:bodyPr/>
          <a:lstStyle/>
          <a:p>
            <a:r>
              <a:rPr lang="en-US" u="sng" dirty="0"/>
              <a:t>Inferences</a:t>
            </a:r>
          </a:p>
        </p:txBody>
      </p:sp>
      <p:sp>
        <p:nvSpPr>
          <p:cNvPr id="3" name="Content Placeholder 2">
            <a:extLst>
              <a:ext uri="{FF2B5EF4-FFF2-40B4-BE49-F238E27FC236}">
                <a16:creationId xmlns:a16="http://schemas.microsoft.com/office/drawing/2014/main" id="{2CBB48B3-94DA-7EFB-31B4-C3FDE9AC42A6}"/>
              </a:ext>
            </a:extLst>
          </p:cNvPr>
          <p:cNvSpPr>
            <a:spLocks noGrp="1"/>
          </p:cNvSpPr>
          <p:nvPr>
            <p:ph idx="1"/>
          </p:nvPr>
        </p:nvSpPr>
        <p:spPr>
          <a:xfrm>
            <a:off x="838200" y="1168923"/>
            <a:ext cx="10980420" cy="5177722"/>
          </a:xfrm>
        </p:spPr>
        <p:txBody>
          <a:bodyPr/>
          <a:lstStyle/>
          <a:p>
            <a:pPr algn="just"/>
            <a:endParaRPr lang="en-US" dirty="0"/>
          </a:p>
          <a:p>
            <a:pPr algn="just"/>
            <a:r>
              <a:rPr lang="en-US" dirty="0"/>
              <a:t>Category –A Services (Bill payments, tax payment and 15minutes delivery services) topped in revenue generation</a:t>
            </a:r>
          </a:p>
          <a:p>
            <a:pPr algn="just"/>
            <a:r>
              <a:rPr lang="en-US" dirty="0"/>
              <a:t>Revenue services, ENERGY Services </a:t>
            </a:r>
            <a:r>
              <a:rPr lang="en-US" u="sng" dirty="0">
                <a:solidFill>
                  <a:srgbClr val="FF0000"/>
                </a:solidFill>
              </a:rPr>
              <a:t>topped in Category –B</a:t>
            </a:r>
          </a:p>
          <a:p>
            <a:pPr algn="just"/>
            <a:r>
              <a:rPr lang="en-US" dirty="0"/>
              <a:t>For success in </a:t>
            </a:r>
            <a:r>
              <a:rPr lang="en-US" dirty="0" err="1"/>
              <a:t>Whatsapp</a:t>
            </a:r>
            <a:r>
              <a:rPr lang="en-US" dirty="0"/>
              <a:t> services in terms of Revenue as well as in Services Generation,  it is recommended to </a:t>
            </a:r>
            <a:r>
              <a:rPr lang="en-US" u="sng" dirty="0">
                <a:solidFill>
                  <a:srgbClr val="00B0F0"/>
                </a:solidFill>
              </a:rPr>
              <a:t>bring Maximum Number of services under Category –A</a:t>
            </a:r>
          </a:p>
          <a:p>
            <a:pPr algn="just"/>
            <a:r>
              <a:rPr lang="en-US" dirty="0"/>
              <a:t>To reduce Rejection ratio of Service, prerequisites required for the service should be mentioned before service initiation as well as </a:t>
            </a:r>
            <a:r>
              <a:rPr lang="en-US" u="sng" dirty="0">
                <a:solidFill>
                  <a:srgbClr val="00B050"/>
                </a:solidFill>
              </a:rPr>
              <a:t>integration of Aadhar, Digi-Wallet Id’s to services  for citizens </a:t>
            </a:r>
            <a:r>
              <a:rPr lang="en-US" dirty="0"/>
              <a:t>make smooth functioning of services</a:t>
            </a:r>
          </a:p>
          <a:p>
            <a:pPr marL="0" indent="0">
              <a:buNone/>
            </a:pPr>
            <a:endParaRPr lang="en-US" dirty="0"/>
          </a:p>
          <a:p>
            <a:endParaRPr lang="en-US" dirty="0"/>
          </a:p>
        </p:txBody>
      </p:sp>
      <p:sp>
        <p:nvSpPr>
          <p:cNvPr id="4" name="Date Placeholder 3">
            <a:extLst>
              <a:ext uri="{FF2B5EF4-FFF2-40B4-BE49-F238E27FC236}">
                <a16:creationId xmlns:a16="http://schemas.microsoft.com/office/drawing/2014/main" id="{46B3FA1B-D5E3-C7D4-B8BA-839D899802AC}"/>
              </a:ext>
            </a:extLst>
          </p:cNvPr>
          <p:cNvSpPr>
            <a:spLocks noGrp="1"/>
          </p:cNvSpPr>
          <p:nvPr>
            <p:ph type="dt" sz="half" idx="10"/>
          </p:nvPr>
        </p:nvSpPr>
        <p:spPr/>
        <p:txBody>
          <a:bodyPr/>
          <a:lstStyle/>
          <a:p>
            <a:fld id="{E10A6F80-51AB-4D38-9433-8ABA96F03224}" type="datetime1">
              <a:rPr lang="en-US" smtClean="0"/>
              <a:t>9/21/2025</a:t>
            </a:fld>
            <a:endParaRPr lang="en-US"/>
          </a:p>
        </p:txBody>
      </p:sp>
      <p:sp>
        <p:nvSpPr>
          <p:cNvPr id="5" name="Slide Number Placeholder 4">
            <a:extLst>
              <a:ext uri="{FF2B5EF4-FFF2-40B4-BE49-F238E27FC236}">
                <a16:creationId xmlns:a16="http://schemas.microsoft.com/office/drawing/2014/main" id="{4ED8E343-CAF7-DFA7-C89B-2F1AF7013933}"/>
              </a:ext>
            </a:extLst>
          </p:cNvPr>
          <p:cNvSpPr>
            <a:spLocks noGrp="1"/>
          </p:cNvSpPr>
          <p:nvPr>
            <p:ph type="sldNum" sz="quarter" idx="12"/>
          </p:nvPr>
        </p:nvSpPr>
        <p:spPr/>
        <p:txBody>
          <a:bodyPr/>
          <a:lstStyle/>
          <a:p>
            <a:fld id="{8F624889-2E4B-4E14-813C-B9A919123AA5}" type="slidenum">
              <a:rPr lang="en-US" smtClean="0"/>
              <a:t>16</a:t>
            </a:fld>
            <a:endParaRPr lang="en-US" dirty="0"/>
          </a:p>
        </p:txBody>
      </p:sp>
      <p:sp>
        <p:nvSpPr>
          <p:cNvPr id="6" name="Rectangle 5">
            <a:extLst>
              <a:ext uri="{FF2B5EF4-FFF2-40B4-BE49-F238E27FC236}">
                <a16:creationId xmlns:a16="http://schemas.microsoft.com/office/drawing/2014/main" id="{3B40CC36-79C1-4CC9-C3CC-97535F49D0F4}"/>
              </a:ext>
            </a:extLst>
          </p:cNvPr>
          <p:cNvSpPr/>
          <p:nvPr/>
        </p:nvSpPr>
        <p:spPr>
          <a:xfrm>
            <a:off x="263951" y="263951"/>
            <a:ext cx="11689238" cy="6457524"/>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56014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7BD8-347F-6A84-3D8C-2221DB43C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1F73E-1004-BAE5-A532-D42F9AC9238E}"/>
              </a:ext>
            </a:extLst>
          </p:cNvPr>
          <p:cNvSpPr>
            <a:spLocks noGrp="1"/>
          </p:cNvSpPr>
          <p:nvPr>
            <p:ph type="title"/>
          </p:nvPr>
        </p:nvSpPr>
        <p:spPr>
          <a:xfrm>
            <a:off x="838200" y="358220"/>
            <a:ext cx="10515600" cy="999240"/>
          </a:xfrm>
        </p:spPr>
        <p:txBody>
          <a:bodyPr/>
          <a:lstStyle/>
          <a:p>
            <a:r>
              <a:rPr lang="en-US" u="sng" dirty="0"/>
              <a:t>Inferences</a:t>
            </a:r>
          </a:p>
        </p:txBody>
      </p:sp>
      <p:sp>
        <p:nvSpPr>
          <p:cNvPr id="3" name="Content Placeholder 2">
            <a:extLst>
              <a:ext uri="{FF2B5EF4-FFF2-40B4-BE49-F238E27FC236}">
                <a16:creationId xmlns:a16="http://schemas.microsoft.com/office/drawing/2014/main" id="{1FDD826B-025B-F81B-E13A-0DD65ECEEED2}"/>
              </a:ext>
            </a:extLst>
          </p:cNvPr>
          <p:cNvSpPr>
            <a:spLocks noGrp="1"/>
          </p:cNvSpPr>
          <p:nvPr>
            <p:ph idx="1"/>
          </p:nvPr>
        </p:nvSpPr>
        <p:spPr>
          <a:xfrm>
            <a:off x="838200" y="1168923"/>
            <a:ext cx="10980420" cy="5177722"/>
          </a:xfrm>
        </p:spPr>
        <p:txBody>
          <a:bodyPr/>
          <a:lstStyle/>
          <a:p>
            <a:pPr algn="just"/>
            <a:r>
              <a:rPr lang="en-US" dirty="0"/>
              <a:t>Publicity based on Target Audiences by utilizing previous services data. i.e., Services which are mostly used by Students are Integrated certificate, Income certificate, OBC Certificate etc., Revenue services related to students must be integrated in </a:t>
            </a:r>
            <a:r>
              <a:rPr lang="en-US" dirty="0" err="1"/>
              <a:t>Whattsapp</a:t>
            </a:r>
            <a:r>
              <a:rPr lang="en-US" dirty="0"/>
              <a:t> in Category-A and should be charged only Service charges when provided with student id</a:t>
            </a:r>
          </a:p>
          <a:p>
            <a:pPr algn="just"/>
            <a:r>
              <a:rPr lang="en-US" dirty="0"/>
              <a:t>Rice card services are mostly used. Elimination of e-</a:t>
            </a:r>
            <a:r>
              <a:rPr lang="en-US" dirty="0" err="1"/>
              <a:t>kyc’s</a:t>
            </a:r>
            <a:r>
              <a:rPr lang="en-US" dirty="0"/>
              <a:t> makes public more user friendly approach</a:t>
            </a:r>
          </a:p>
          <a:p>
            <a:pPr algn="just"/>
            <a:r>
              <a:rPr lang="en-US" dirty="0"/>
              <a:t>Providing SOP’s or creation of Free YouTube channel videos regarding particular service, it’s uses, Documents required before applying and how to apply, steps to be taken after </a:t>
            </a:r>
            <a:r>
              <a:rPr lang="en-US" dirty="0" err="1"/>
              <a:t>applying,How</a:t>
            </a:r>
            <a:r>
              <a:rPr lang="en-US" dirty="0"/>
              <a:t> to know the status of application. All these should be made and upload in </a:t>
            </a:r>
            <a:r>
              <a:rPr lang="en-US" dirty="0" err="1"/>
              <a:t>Youtube</a:t>
            </a:r>
            <a:r>
              <a:rPr lang="en-US" dirty="0"/>
              <a:t> service </a:t>
            </a:r>
            <a:r>
              <a:rPr lang="en-US" dirty="0" err="1"/>
              <a:t>wise,so</a:t>
            </a:r>
            <a:r>
              <a:rPr lang="en-US" dirty="0"/>
              <a:t> that beneficiary may not confuse with Technical Revenue Jargon</a:t>
            </a:r>
          </a:p>
        </p:txBody>
      </p:sp>
      <p:sp>
        <p:nvSpPr>
          <p:cNvPr id="4" name="Date Placeholder 3">
            <a:extLst>
              <a:ext uri="{FF2B5EF4-FFF2-40B4-BE49-F238E27FC236}">
                <a16:creationId xmlns:a16="http://schemas.microsoft.com/office/drawing/2014/main" id="{11C45852-9C29-E062-EA2E-CFF1B4D0A385}"/>
              </a:ext>
            </a:extLst>
          </p:cNvPr>
          <p:cNvSpPr>
            <a:spLocks noGrp="1"/>
          </p:cNvSpPr>
          <p:nvPr>
            <p:ph type="dt" sz="half" idx="10"/>
          </p:nvPr>
        </p:nvSpPr>
        <p:spPr/>
        <p:txBody>
          <a:bodyPr/>
          <a:lstStyle/>
          <a:p>
            <a:fld id="{E10A6F80-51AB-4D38-9433-8ABA96F03224}" type="datetime1">
              <a:rPr lang="en-US" smtClean="0"/>
              <a:t>9/21/2025</a:t>
            </a:fld>
            <a:endParaRPr lang="en-US"/>
          </a:p>
        </p:txBody>
      </p:sp>
      <p:sp>
        <p:nvSpPr>
          <p:cNvPr id="5" name="Slide Number Placeholder 4">
            <a:extLst>
              <a:ext uri="{FF2B5EF4-FFF2-40B4-BE49-F238E27FC236}">
                <a16:creationId xmlns:a16="http://schemas.microsoft.com/office/drawing/2014/main" id="{70EB000E-07A6-719F-C02B-AE5EC05DE82D}"/>
              </a:ext>
            </a:extLst>
          </p:cNvPr>
          <p:cNvSpPr>
            <a:spLocks noGrp="1"/>
          </p:cNvSpPr>
          <p:nvPr>
            <p:ph type="sldNum" sz="quarter" idx="12"/>
          </p:nvPr>
        </p:nvSpPr>
        <p:spPr/>
        <p:txBody>
          <a:bodyPr/>
          <a:lstStyle/>
          <a:p>
            <a:fld id="{8F624889-2E4B-4E14-813C-B9A919123AA5}" type="slidenum">
              <a:rPr lang="en-US" smtClean="0"/>
              <a:t>17</a:t>
            </a:fld>
            <a:endParaRPr lang="en-US" dirty="0"/>
          </a:p>
        </p:txBody>
      </p:sp>
      <p:sp>
        <p:nvSpPr>
          <p:cNvPr id="6" name="Rectangle 5">
            <a:extLst>
              <a:ext uri="{FF2B5EF4-FFF2-40B4-BE49-F238E27FC236}">
                <a16:creationId xmlns:a16="http://schemas.microsoft.com/office/drawing/2014/main" id="{481B8414-624C-E64D-9B63-D5963343A73C}"/>
              </a:ext>
            </a:extLst>
          </p:cNvPr>
          <p:cNvSpPr/>
          <p:nvPr/>
        </p:nvSpPr>
        <p:spPr>
          <a:xfrm>
            <a:off x="263951" y="263951"/>
            <a:ext cx="11689238" cy="6457524"/>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79917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1018</TotalTime>
  <Words>1185</Words>
  <Application>Microsoft Office PowerPoint</Application>
  <PresentationFormat>Widescreen</PresentationFormat>
  <Paragraphs>85</Paragraphs>
  <Slides>17</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PowerPoint Presentation</vt:lpstr>
      <vt:lpstr>PowerPoint Presentation</vt:lpstr>
      <vt:lpstr>PowerPoint Presentation</vt:lpstr>
      <vt:lpstr>PowerPoint Presentation</vt:lpstr>
      <vt:lpstr>Whatsapp Services Roll out- KPI’s (Key Performance Indicators)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Inferences</vt:lpstr>
      <vt:lpstr>Inferences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Krishna .</dc:creator>
  <cp:lastModifiedBy>Krishna .</cp:lastModifiedBy>
  <cp:revision>53</cp:revision>
  <cp:lastPrinted>2025-09-21T18:22:49Z</cp:lastPrinted>
  <dcterms:created xsi:type="dcterms:W3CDTF">2025-04-06T03:46:30Z</dcterms:created>
  <dcterms:modified xsi:type="dcterms:W3CDTF">2025-09-21T18:23:16Z</dcterms:modified>
</cp:coreProperties>
</file>